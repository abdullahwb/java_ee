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0.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1.xml" ContentType="application/vnd.openxmlformats-officedocument.presentationml.notesSlide+xml"/>
  <Override PartName="/ppt/tags/tag66.xml" ContentType="application/vnd.openxmlformats-officedocument.presentationml.tags+xml"/>
  <Override PartName="/ppt/notesSlides/notesSlide1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14.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15.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16.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9.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20.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21.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258" r:id="rId2"/>
    <p:sldId id="269" r:id="rId3"/>
    <p:sldId id="271" r:id="rId4"/>
    <p:sldId id="272" r:id="rId5"/>
    <p:sldId id="283" r:id="rId6"/>
    <p:sldId id="270" r:id="rId7"/>
    <p:sldId id="273" r:id="rId8"/>
    <p:sldId id="274" r:id="rId9"/>
    <p:sldId id="275" r:id="rId10"/>
    <p:sldId id="280" r:id="rId11"/>
    <p:sldId id="276" r:id="rId12"/>
    <p:sldId id="281" r:id="rId13"/>
    <p:sldId id="282"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300" r:id="rId29"/>
    <p:sldId id="298" r:id="rId30"/>
    <p:sldId id="299" r:id="rId31"/>
    <p:sldId id="301" r:id="rId32"/>
    <p:sldId id="302" r:id="rId33"/>
    <p:sldId id="303" r:id="rId34"/>
    <p:sldId id="304" r:id="rId35"/>
    <p:sldId id="305" r:id="rId36"/>
    <p:sldId id="261" r:id="rId37"/>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183"/>
    <a:srgbClr val="4A41DA"/>
    <a:srgbClr val="4A42DA"/>
    <a:srgbClr val="6973EE"/>
    <a:srgbClr val="505BE8"/>
    <a:srgbClr val="A20000"/>
    <a:srgbClr val="A40000"/>
    <a:srgbClr val="9E0000"/>
    <a:srgbClr val="C7450B"/>
    <a:srgbClr val="E24E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70403" autoAdjust="0"/>
  </p:normalViewPr>
  <p:slideViewPr>
    <p:cSldViewPr snapToGrid="0">
      <p:cViewPr varScale="1">
        <p:scale>
          <a:sx n="75" d="100"/>
          <a:sy n="75" d="100"/>
        </p:scale>
        <p:origin x="1038" y="54"/>
      </p:cViewPr>
      <p:guideLst/>
    </p:cSldViewPr>
  </p:slideViewPr>
  <p:notesTextViewPr>
    <p:cViewPr>
      <p:scale>
        <a:sx n="3" d="2"/>
        <a:sy n="3" d="2"/>
      </p:scale>
      <p:origin x="0" y="0"/>
    </p:cViewPr>
  </p:notesTextViewPr>
  <p:sorterViewPr>
    <p:cViewPr>
      <p:scale>
        <a:sx n="200" d="100"/>
        <a:sy n="200" d="100"/>
      </p:scale>
      <p:origin x="0" y="0"/>
    </p:cViewPr>
  </p:sorterViewPr>
  <p:notesViewPr>
    <p:cSldViewPr snapToGrid="0" showGuides="1">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9A56829-66AA-42AA-918E-5C6DB1AE50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41084A9-BC5C-4420-B17C-51E328D45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t>2026/3/11</a:t>
            </a:fld>
            <a:endParaRPr lang="zh-CN" altLang="en-US"/>
          </a:p>
        </p:txBody>
      </p:sp>
      <p:sp>
        <p:nvSpPr>
          <p:cNvPr id="4" name="页脚占位符 3">
            <a:extLst>
              <a:ext uri="{FF2B5EF4-FFF2-40B4-BE49-F238E27FC236}">
                <a16:creationId xmlns:a16="http://schemas.microsoft.com/office/drawing/2014/main" id="{0D6F2124-7B35-4E59-B9E8-DB09EE1408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F2BF8FFE-D997-4E34-9A01-CD2014B952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t>‹#›</a:t>
            </a:fld>
            <a:endParaRPr lang="zh-CN" altLang="en-US"/>
          </a:p>
        </p:txBody>
      </p:sp>
    </p:spTree>
    <p:extLst>
      <p:ext uri="{BB962C8B-B14F-4D97-AF65-F5344CB8AC3E}">
        <p14:creationId xmlns:p14="http://schemas.microsoft.com/office/powerpoint/2010/main" val="1081553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2026/3/11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a:t>
            </a:fld>
            <a:endParaRPr lang="zh-CN" altLang="en-US"/>
          </a:p>
        </p:txBody>
      </p:sp>
    </p:spTree>
    <p:extLst>
      <p:ext uri="{BB962C8B-B14F-4D97-AF65-F5344CB8AC3E}">
        <p14:creationId xmlns:p14="http://schemas.microsoft.com/office/powerpoint/2010/main" val="665418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a:p>
        </p:txBody>
      </p:sp>
    </p:spTree>
    <p:extLst>
      <p:ext uri="{BB962C8B-B14F-4D97-AF65-F5344CB8AC3E}">
        <p14:creationId xmlns:p14="http://schemas.microsoft.com/office/powerpoint/2010/main" val="124591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76EA-0E50-A49E-3D77-8A476D337B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E7C7FA-FC0B-CE08-49A6-AA7D1BB6DA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F89930-4F8F-0C5C-5195-961F6E46FEC9}"/>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0889B45C-198D-ACA3-3F7F-884EE6B6A436}"/>
              </a:ext>
            </a:extLst>
          </p:cNvPr>
          <p:cNvSpPr>
            <a:spLocks noGrp="1"/>
          </p:cNvSpPr>
          <p:nvPr>
            <p:ph type="sldNum" sz="quarter" idx="5"/>
          </p:nvPr>
        </p:nvSpPr>
        <p:spPr/>
        <p:txBody>
          <a:bodyPr/>
          <a:lstStyle/>
          <a:p>
            <a:fld id="{E9E6FDB6-6D2B-46C1-9FA1-D82906A37C3A}" type="slidenum">
              <a:rPr lang="zh-CN" altLang="en-US" smtClean="0"/>
              <a:t>8</a:t>
            </a:fld>
            <a:endParaRPr lang="zh-CN" altLang="en-US"/>
          </a:p>
        </p:txBody>
      </p:sp>
    </p:spTree>
    <p:extLst>
      <p:ext uri="{BB962C8B-B14F-4D97-AF65-F5344CB8AC3E}">
        <p14:creationId xmlns:p14="http://schemas.microsoft.com/office/powerpoint/2010/main" val="4086222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2FA38-6283-E12F-E470-7A006D475E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FE50AF-27B7-CB38-301A-859DDF40D5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3F743A-A250-03BC-E839-BAFFF7EF3FB3}"/>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9D40F0EA-D619-1AE4-C901-C8AE6A7D84D8}"/>
              </a:ext>
            </a:extLst>
          </p:cNvPr>
          <p:cNvSpPr>
            <a:spLocks noGrp="1"/>
          </p:cNvSpPr>
          <p:nvPr>
            <p:ph type="sldNum" sz="quarter" idx="5"/>
          </p:nvPr>
        </p:nvSpPr>
        <p:spPr/>
        <p:txBody>
          <a:bodyPr/>
          <a:lstStyle/>
          <a:p>
            <a:fld id="{E9E6FDB6-6D2B-46C1-9FA1-D82906A37C3A}" type="slidenum">
              <a:rPr lang="zh-CN" altLang="en-US" smtClean="0"/>
              <a:t>9</a:t>
            </a:fld>
            <a:endParaRPr lang="zh-CN" altLang="en-US"/>
          </a:p>
        </p:txBody>
      </p:sp>
    </p:spTree>
    <p:extLst>
      <p:ext uri="{BB962C8B-B14F-4D97-AF65-F5344CB8AC3E}">
        <p14:creationId xmlns:p14="http://schemas.microsoft.com/office/powerpoint/2010/main" val="2283694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63CB-B019-0148-5DDB-67B9CE8C2D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FB989F-CD9D-F957-0A22-F7F27E79E0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7D0242-F36C-C509-C0E4-BF1540216685}"/>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678DDDC8-0F4B-DC08-7F38-90D040270AE8}"/>
              </a:ext>
            </a:extLst>
          </p:cNvPr>
          <p:cNvSpPr>
            <a:spLocks noGrp="1"/>
          </p:cNvSpPr>
          <p:nvPr>
            <p:ph type="sldNum" sz="quarter" idx="5"/>
          </p:nvPr>
        </p:nvSpPr>
        <p:spPr/>
        <p:txBody>
          <a:bodyPr/>
          <a:lstStyle/>
          <a:p>
            <a:fld id="{E9E6FDB6-6D2B-46C1-9FA1-D82906A37C3A}" type="slidenum">
              <a:rPr lang="zh-CN" altLang="en-US" smtClean="0"/>
              <a:t>10</a:t>
            </a:fld>
            <a:endParaRPr lang="zh-CN" altLang="en-US"/>
          </a:p>
        </p:txBody>
      </p:sp>
    </p:spTree>
    <p:extLst>
      <p:ext uri="{BB962C8B-B14F-4D97-AF65-F5344CB8AC3E}">
        <p14:creationId xmlns:p14="http://schemas.microsoft.com/office/powerpoint/2010/main" val="1842699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1DA72-248F-0A7E-C41C-07A64EC86B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F6F828-05F3-9A0B-3DF8-71177027F0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299DF7-9D9D-E0B8-A0DE-EF29C3A608A7}"/>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C5A62D2E-CAA2-B07A-AA46-526AB47F1705}"/>
              </a:ext>
            </a:extLst>
          </p:cNvPr>
          <p:cNvSpPr>
            <a:spLocks noGrp="1"/>
          </p:cNvSpPr>
          <p:nvPr>
            <p:ph type="sldNum" sz="quarter" idx="5"/>
          </p:nvPr>
        </p:nvSpPr>
        <p:spPr/>
        <p:txBody>
          <a:bodyPr/>
          <a:lstStyle/>
          <a:p>
            <a:fld id="{E9E6FDB6-6D2B-46C1-9FA1-D82906A37C3A}" type="slidenum">
              <a:rPr lang="zh-CN" altLang="en-US" smtClean="0"/>
              <a:t>11</a:t>
            </a:fld>
            <a:endParaRPr lang="zh-CN" altLang="en-US"/>
          </a:p>
        </p:txBody>
      </p:sp>
    </p:spTree>
    <p:extLst>
      <p:ext uri="{BB962C8B-B14F-4D97-AF65-F5344CB8AC3E}">
        <p14:creationId xmlns:p14="http://schemas.microsoft.com/office/powerpoint/2010/main" val="172017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0A37-BB59-8771-A8F1-60D53558F1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56BF95-D8F4-F879-CA4A-99312BF7F4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3624E7-87CC-4109-E5AE-72F7E67DF225}"/>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667C1612-343D-9FEE-EC15-3FC5D56AC3B4}"/>
              </a:ext>
            </a:extLst>
          </p:cNvPr>
          <p:cNvSpPr>
            <a:spLocks noGrp="1"/>
          </p:cNvSpPr>
          <p:nvPr>
            <p:ph type="sldNum" sz="quarter" idx="5"/>
          </p:nvPr>
        </p:nvSpPr>
        <p:spPr/>
        <p:txBody>
          <a:bodyPr/>
          <a:lstStyle/>
          <a:p>
            <a:fld id="{E9E6FDB6-6D2B-46C1-9FA1-D82906A37C3A}" type="slidenum">
              <a:rPr lang="zh-CN" altLang="en-US" smtClean="0"/>
              <a:t>12</a:t>
            </a:fld>
            <a:endParaRPr lang="zh-CN" altLang="en-US"/>
          </a:p>
        </p:txBody>
      </p:sp>
    </p:spTree>
    <p:extLst>
      <p:ext uri="{BB962C8B-B14F-4D97-AF65-F5344CB8AC3E}">
        <p14:creationId xmlns:p14="http://schemas.microsoft.com/office/powerpoint/2010/main" val="139789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6A73-E2B7-FDDE-64B9-E8DE8D5B75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E05151-35C9-C2BA-E49B-FADF591743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A5B51B-5F8E-C550-5947-845E647AED13}"/>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5212A37F-D1BD-843D-2288-DD439F5F63D4}"/>
              </a:ext>
            </a:extLst>
          </p:cNvPr>
          <p:cNvSpPr>
            <a:spLocks noGrp="1"/>
          </p:cNvSpPr>
          <p:nvPr>
            <p:ph type="sldNum" sz="quarter" idx="5"/>
          </p:nvPr>
        </p:nvSpPr>
        <p:spPr/>
        <p:txBody>
          <a:bodyPr/>
          <a:lstStyle/>
          <a:p>
            <a:fld id="{E9E6FDB6-6D2B-46C1-9FA1-D82906A37C3A}" type="slidenum">
              <a:rPr lang="zh-CN" altLang="en-US" smtClean="0"/>
              <a:t>13</a:t>
            </a:fld>
            <a:endParaRPr lang="zh-CN" altLang="en-US"/>
          </a:p>
        </p:txBody>
      </p:sp>
    </p:spTree>
    <p:extLst>
      <p:ext uri="{BB962C8B-B14F-4D97-AF65-F5344CB8AC3E}">
        <p14:creationId xmlns:p14="http://schemas.microsoft.com/office/powerpoint/2010/main" val="2185946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14</a:t>
            </a:fld>
            <a:endParaRPr lang="zh-CN" altLang="en-US"/>
          </a:p>
        </p:txBody>
      </p:sp>
    </p:spTree>
    <p:extLst>
      <p:ext uri="{BB962C8B-B14F-4D97-AF65-F5344CB8AC3E}">
        <p14:creationId xmlns:p14="http://schemas.microsoft.com/office/powerpoint/2010/main" val="3217365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16</a:t>
            </a:fld>
            <a:endParaRPr lang="zh-CN" altLang="en-US"/>
          </a:p>
        </p:txBody>
      </p:sp>
    </p:spTree>
    <p:extLst>
      <p:ext uri="{BB962C8B-B14F-4D97-AF65-F5344CB8AC3E}">
        <p14:creationId xmlns:p14="http://schemas.microsoft.com/office/powerpoint/2010/main" val="146544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17</a:t>
            </a:fld>
            <a:endParaRPr lang="zh-CN" altLang="en-US"/>
          </a:p>
        </p:txBody>
      </p:sp>
    </p:spTree>
    <p:extLst>
      <p:ext uri="{BB962C8B-B14F-4D97-AF65-F5344CB8AC3E}">
        <p14:creationId xmlns:p14="http://schemas.microsoft.com/office/powerpoint/2010/main" val="1047944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buClrTx/>
              <a:buSzTx/>
              <a:buFontTx/>
            </a:pPr>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18</a:t>
            </a:fld>
            <a:endParaRPr lang="zh-CN" altLang="en-US"/>
          </a:p>
        </p:txBody>
      </p:sp>
    </p:spTree>
    <p:extLst>
      <p:ext uri="{BB962C8B-B14F-4D97-AF65-F5344CB8AC3E}">
        <p14:creationId xmlns:p14="http://schemas.microsoft.com/office/powerpoint/2010/main" val="1998371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20</a:t>
            </a:fld>
            <a:endParaRPr lang="zh-CN" altLang="en-US"/>
          </a:p>
        </p:txBody>
      </p:sp>
    </p:spTree>
    <p:extLst>
      <p:ext uri="{BB962C8B-B14F-4D97-AF65-F5344CB8AC3E}">
        <p14:creationId xmlns:p14="http://schemas.microsoft.com/office/powerpoint/2010/main" val="3480565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22</a:t>
            </a:fld>
            <a:endParaRPr lang="zh-CN" altLang="en-US"/>
          </a:p>
        </p:txBody>
      </p:sp>
    </p:spTree>
    <p:extLst>
      <p:ext uri="{BB962C8B-B14F-4D97-AF65-F5344CB8AC3E}">
        <p14:creationId xmlns:p14="http://schemas.microsoft.com/office/powerpoint/2010/main" val="3494680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25</a:t>
            </a:fld>
            <a:endParaRPr lang="zh-CN" altLang="en-US"/>
          </a:p>
        </p:txBody>
      </p:sp>
    </p:spTree>
    <p:extLst>
      <p:ext uri="{BB962C8B-B14F-4D97-AF65-F5344CB8AC3E}">
        <p14:creationId xmlns:p14="http://schemas.microsoft.com/office/powerpoint/2010/main" val="3007479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26</a:t>
            </a:fld>
            <a:endParaRPr lang="zh-CN" altLang="en-US"/>
          </a:p>
        </p:txBody>
      </p:sp>
    </p:spTree>
    <p:extLst>
      <p:ext uri="{BB962C8B-B14F-4D97-AF65-F5344CB8AC3E}">
        <p14:creationId xmlns:p14="http://schemas.microsoft.com/office/powerpoint/2010/main" val="1465229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27</a:t>
            </a:fld>
            <a:endParaRPr lang="zh-CN" altLang="en-US"/>
          </a:p>
        </p:txBody>
      </p:sp>
    </p:spTree>
    <p:extLst>
      <p:ext uri="{BB962C8B-B14F-4D97-AF65-F5344CB8AC3E}">
        <p14:creationId xmlns:p14="http://schemas.microsoft.com/office/powerpoint/2010/main" val="1295584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BEB0-0543-1726-C572-2155CBAC65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999B82-4BC8-4CFA-02B3-BE67C2A475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AA5B31-B458-BC20-F607-E4DC6FB3C217}"/>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B6EE12A7-4BFA-9FC6-6A61-8180B1713439}"/>
              </a:ext>
            </a:extLst>
          </p:cNvPr>
          <p:cNvSpPr>
            <a:spLocks noGrp="1"/>
          </p:cNvSpPr>
          <p:nvPr>
            <p:ph type="sldNum" sz="quarter" idx="5"/>
          </p:nvPr>
        </p:nvSpPr>
        <p:spPr/>
        <p:txBody>
          <a:bodyPr/>
          <a:lstStyle/>
          <a:p>
            <a:fld id="{E9E6FDB6-6D2B-46C1-9FA1-D82906A37C3A}" type="slidenum">
              <a:rPr lang="zh-CN" altLang="en-US" smtClean="0"/>
              <a:t>28</a:t>
            </a:fld>
            <a:endParaRPr lang="zh-CN" altLang="en-US"/>
          </a:p>
        </p:txBody>
      </p:sp>
    </p:spTree>
    <p:extLst>
      <p:ext uri="{BB962C8B-B14F-4D97-AF65-F5344CB8AC3E}">
        <p14:creationId xmlns:p14="http://schemas.microsoft.com/office/powerpoint/2010/main" val="3270327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30</a:t>
            </a:fld>
            <a:endParaRPr lang="zh-CN" altLang="en-US"/>
          </a:p>
        </p:txBody>
      </p:sp>
    </p:spTree>
    <p:extLst>
      <p:ext uri="{BB962C8B-B14F-4D97-AF65-F5344CB8AC3E}">
        <p14:creationId xmlns:p14="http://schemas.microsoft.com/office/powerpoint/2010/main" val="3224273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32</a:t>
            </a:fld>
            <a:endParaRPr lang="zh-CN" altLang="en-US"/>
          </a:p>
        </p:txBody>
      </p:sp>
    </p:spTree>
    <p:extLst>
      <p:ext uri="{BB962C8B-B14F-4D97-AF65-F5344CB8AC3E}">
        <p14:creationId xmlns:p14="http://schemas.microsoft.com/office/powerpoint/2010/main" val="2281890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33</a:t>
            </a:fld>
            <a:endParaRPr lang="zh-CN" altLang="en-US"/>
          </a:p>
        </p:txBody>
      </p:sp>
    </p:spTree>
    <p:extLst>
      <p:ext uri="{BB962C8B-B14F-4D97-AF65-F5344CB8AC3E}">
        <p14:creationId xmlns:p14="http://schemas.microsoft.com/office/powerpoint/2010/main" val="1603668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grpSp>
        <p:nvGrpSpPr>
          <p:cNvPr id="204" name="组合 203">
            <a:extLst>
              <a:ext uri="{FF2B5EF4-FFF2-40B4-BE49-F238E27FC236}">
                <a16:creationId xmlns:a16="http://schemas.microsoft.com/office/drawing/2014/main" id="{C4239723-F04F-42E1-BFDB-859A6E4CB1FE}"/>
              </a:ext>
            </a:extLst>
          </p:cNvPr>
          <p:cNvGrpSpPr/>
          <p:nvPr userDrawn="1"/>
        </p:nvGrpSpPr>
        <p:grpSpPr>
          <a:xfrm flipV="1">
            <a:off x="-1069762" y="720185"/>
            <a:ext cx="5077928" cy="7349150"/>
            <a:chOff x="-421540" y="-898298"/>
            <a:chExt cx="5077928" cy="7349150"/>
          </a:xfrm>
          <a:solidFill>
            <a:schemeClr val="accent1"/>
          </a:solidFill>
        </p:grpSpPr>
        <p:sp>
          <p:nvSpPr>
            <p:cNvPr id="205" name="任意多边形: 形状 204">
              <a:extLst>
                <a:ext uri="{FF2B5EF4-FFF2-40B4-BE49-F238E27FC236}">
                  <a16:creationId xmlns:a16="http://schemas.microsoft.com/office/drawing/2014/main" id="{1684E81F-3BB0-400C-AC69-412B54F92CCD}"/>
                </a:ext>
              </a:extLst>
            </p:cNvPr>
            <p:cNvSpPr/>
            <p:nvPr/>
          </p:nvSpPr>
          <p:spPr>
            <a:xfrm>
              <a:off x="-421540"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206" name="任意多边形: 形状 205">
              <a:extLst>
                <a:ext uri="{FF2B5EF4-FFF2-40B4-BE49-F238E27FC236}">
                  <a16:creationId xmlns:a16="http://schemas.microsoft.com/office/drawing/2014/main" id="{53370270-4D54-47D2-99E2-D499DC202A30}"/>
                </a:ext>
              </a:extLst>
            </p:cNvPr>
            <p:cNvSpPr/>
            <p:nvPr/>
          </p:nvSpPr>
          <p:spPr>
            <a:xfrm>
              <a:off x="-421540"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207" name="任意多边形: 形状 206">
              <a:extLst>
                <a:ext uri="{FF2B5EF4-FFF2-40B4-BE49-F238E27FC236}">
                  <a16:creationId xmlns:a16="http://schemas.microsoft.com/office/drawing/2014/main" id="{1E4E0284-F7A7-4D50-A3DC-7BCAEB13E779}"/>
                </a:ext>
              </a:extLst>
            </p:cNvPr>
            <p:cNvSpPr/>
            <p:nvPr/>
          </p:nvSpPr>
          <p:spPr>
            <a:xfrm>
              <a:off x="-421540"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208" name="任意多边形: 形状 207">
              <a:extLst>
                <a:ext uri="{FF2B5EF4-FFF2-40B4-BE49-F238E27FC236}">
                  <a16:creationId xmlns:a16="http://schemas.microsoft.com/office/drawing/2014/main" id="{030222E3-9F65-4820-980B-DF8932543BEB}"/>
                </a:ext>
              </a:extLst>
            </p:cNvPr>
            <p:cNvSpPr/>
            <p:nvPr/>
          </p:nvSpPr>
          <p:spPr>
            <a:xfrm>
              <a:off x="-421540"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09" name="任意多边形: 形状 208">
              <a:extLst>
                <a:ext uri="{FF2B5EF4-FFF2-40B4-BE49-F238E27FC236}">
                  <a16:creationId xmlns:a16="http://schemas.microsoft.com/office/drawing/2014/main" id="{B8E78668-BD4D-4AC7-93BC-BF3A726F1E1E}"/>
                </a:ext>
              </a:extLst>
            </p:cNvPr>
            <p:cNvSpPr/>
            <p:nvPr/>
          </p:nvSpPr>
          <p:spPr>
            <a:xfrm>
              <a:off x="-421540"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210" name="任意多边形: 形状 209">
              <a:extLst>
                <a:ext uri="{FF2B5EF4-FFF2-40B4-BE49-F238E27FC236}">
                  <a16:creationId xmlns:a16="http://schemas.microsoft.com/office/drawing/2014/main" id="{3F731CF0-BD63-468C-A1B9-4182FFCF7C83}"/>
                </a:ext>
              </a:extLst>
            </p:cNvPr>
            <p:cNvSpPr/>
            <p:nvPr/>
          </p:nvSpPr>
          <p:spPr>
            <a:xfrm>
              <a:off x="-421540"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rgbClr val="D9EEF1"/>
            </a:solidFill>
            <a:ln w="15134" cap="flat">
              <a:noFill/>
              <a:prstDash val="solid"/>
              <a:miter/>
            </a:ln>
          </p:spPr>
          <p:txBody>
            <a:bodyPr rtlCol="0" anchor="ctr"/>
            <a:lstStyle/>
            <a:p>
              <a:endParaRPr lang="zh-CN" altLang="en-US"/>
            </a:p>
          </p:txBody>
        </p:sp>
        <p:sp>
          <p:nvSpPr>
            <p:cNvPr id="211" name="任意多边形: 形状 210">
              <a:extLst>
                <a:ext uri="{FF2B5EF4-FFF2-40B4-BE49-F238E27FC236}">
                  <a16:creationId xmlns:a16="http://schemas.microsoft.com/office/drawing/2014/main" id="{5EB596BA-F9A3-4386-84BB-E1C31B8B7AD9}"/>
                </a:ext>
              </a:extLst>
            </p:cNvPr>
            <p:cNvSpPr/>
            <p:nvPr/>
          </p:nvSpPr>
          <p:spPr>
            <a:xfrm>
              <a:off x="-421540"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1"/>
            </a:solidFill>
            <a:ln w="15134" cap="flat">
              <a:noFill/>
              <a:prstDash val="solid"/>
              <a:miter/>
            </a:ln>
          </p:spPr>
          <p:txBody>
            <a:bodyPr rtlCol="0" anchor="ctr"/>
            <a:lstStyle/>
            <a:p>
              <a:endParaRPr lang="zh-CN" altLang="en-US"/>
            </a:p>
          </p:txBody>
        </p:sp>
        <p:sp>
          <p:nvSpPr>
            <p:cNvPr id="212" name="任意多边形: 形状 211">
              <a:extLst>
                <a:ext uri="{FF2B5EF4-FFF2-40B4-BE49-F238E27FC236}">
                  <a16:creationId xmlns:a16="http://schemas.microsoft.com/office/drawing/2014/main" id="{C1CBF525-AEA5-4DBA-A96D-691B2B6E5E4E}"/>
                </a:ext>
              </a:extLst>
            </p:cNvPr>
            <p:cNvSpPr/>
            <p:nvPr/>
          </p:nvSpPr>
          <p:spPr>
            <a:xfrm>
              <a:off x="-421540"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13" name="任意多边形: 形状 212">
              <a:extLst>
                <a:ext uri="{FF2B5EF4-FFF2-40B4-BE49-F238E27FC236}">
                  <a16:creationId xmlns:a16="http://schemas.microsoft.com/office/drawing/2014/main" id="{9C17737D-8832-41E3-90C8-3DDB2B5E9FBA}"/>
                </a:ext>
              </a:extLst>
            </p:cNvPr>
            <p:cNvSpPr/>
            <p:nvPr/>
          </p:nvSpPr>
          <p:spPr>
            <a:xfrm>
              <a:off x="-421540"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1"/>
            </a:solidFill>
            <a:ln w="15134" cap="flat">
              <a:noFill/>
              <a:prstDash val="solid"/>
              <a:miter/>
            </a:ln>
          </p:spPr>
          <p:txBody>
            <a:bodyPr rtlCol="0" anchor="ctr"/>
            <a:lstStyle/>
            <a:p>
              <a:endParaRPr lang="zh-CN" altLang="en-US"/>
            </a:p>
          </p:txBody>
        </p:sp>
        <p:sp>
          <p:nvSpPr>
            <p:cNvPr id="214" name="任意多边形: 形状 213">
              <a:extLst>
                <a:ext uri="{FF2B5EF4-FFF2-40B4-BE49-F238E27FC236}">
                  <a16:creationId xmlns:a16="http://schemas.microsoft.com/office/drawing/2014/main" id="{9870E06F-F521-41C6-A1BA-E7C30658D037}"/>
                </a:ext>
              </a:extLst>
            </p:cNvPr>
            <p:cNvSpPr/>
            <p:nvPr/>
          </p:nvSpPr>
          <p:spPr>
            <a:xfrm>
              <a:off x="-421540"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15" name="任意多边形: 形状 214">
              <a:extLst>
                <a:ext uri="{FF2B5EF4-FFF2-40B4-BE49-F238E27FC236}">
                  <a16:creationId xmlns:a16="http://schemas.microsoft.com/office/drawing/2014/main" id="{C7204FFD-3F78-450A-AB25-C6E6BC09CA37}"/>
                </a:ext>
              </a:extLst>
            </p:cNvPr>
            <p:cNvSpPr/>
            <p:nvPr/>
          </p:nvSpPr>
          <p:spPr>
            <a:xfrm>
              <a:off x="213409"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16" name="任意多边形: 形状 215">
              <a:extLst>
                <a:ext uri="{FF2B5EF4-FFF2-40B4-BE49-F238E27FC236}">
                  <a16:creationId xmlns:a16="http://schemas.microsoft.com/office/drawing/2014/main" id="{E9733446-BCC3-47CA-B12F-D8AE90AD6ADA}"/>
                </a:ext>
              </a:extLst>
            </p:cNvPr>
            <p:cNvSpPr/>
            <p:nvPr/>
          </p:nvSpPr>
          <p:spPr>
            <a:xfrm>
              <a:off x="213409"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217" name="任意多边形: 形状 216">
              <a:extLst>
                <a:ext uri="{FF2B5EF4-FFF2-40B4-BE49-F238E27FC236}">
                  <a16:creationId xmlns:a16="http://schemas.microsoft.com/office/drawing/2014/main" id="{12D1DF54-44B1-4FBE-AEC3-41D26667823B}"/>
                </a:ext>
              </a:extLst>
            </p:cNvPr>
            <p:cNvSpPr/>
            <p:nvPr/>
          </p:nvSpPr>
          <p:spPr>
            <a:xfrm>
              <a:off x="213409"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18" name="任意多边形: 形状 217">
              <a:extLst>
                <a:ext uri="{FF2B5EF4-FFF2-40B4-BE49-F238E27FC236}">
                  <a16:creationId xmlns:a16="http://schemas.microsoft.com/office/drawing/2014/main" id="{0F1EBE3C-F1C9-4F12-8CC7-1F6733087864}"/>
                </a:ext>
              </a:extLst>
            </p:cNvPr>
            <p:cNvSpPr/>
            <p:nvPr/>
          </p:nvSpPr>
          <p:spPr>
            <a:xfrm>
              <a:off x="213409"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219" name="任意多边形: 形状 218">
              <a:extLst>
                <a:ext uri="{FF2B5EF4-FFF2-40B4-BE49-F238E27FC236}">
                  <a16:creationId xmlns:a16="http://schemas.microsoft.com/office/drawing/2014/main" id="{F53F3A07-E5BD-49A3-9A7C-E396AD00336F}"/>
                </a:ext>
              </a:extLst>
            </p:cNvPr>
            <p:cNvSpPr/>
            <p:nvPr/>
          </p:nvSpPr>
          <p:spPr>
            <a:xfrm>
              <a:off x="213409" y="5701903"/>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220" name="任意多边形: 形状 219">
              <a:extLst>
                <a:ext uri="{FF2B5EF4-FFF2-40B4-BE49-F238E27FC236}">
                  <a16:creationId xmlns:a16="http://schemas.microsoft.com/office/drawing/2014/main" id="{5DE5DEA5-0F28-4CFD-B13A-8566D07AB1FC}"/>
                </a:ext>
              </a:extLst>
            </p:cNvPr>
            <p:cNvSpPr/>
            <p:nvPr/>
          </p:nvSpPr>
          <p:spPr>
            <a:xfrm>
              <a:off x="213409" y="24996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21" name="任意多边形: 形状 220">
              <a:extLst>
                <a:ext uri="{FF2B5EF4-FFF2-40B4-BE49-F238E27FC236}">
                  <a16:creationId xmlns:a16="http://schemas.microsoft.com/office/drawing/2014/main" id="{06F7F540-5A7C-4447-B35F-642163798627}"/>
                </a:ext>
              </a:extLst>
            </p:cNvPr>
            <p:cNvSpPr/>
            <p:nvPr/>
          </p:nvSpPr>
          <p:spPr>
            <a:xfrm>
              <a:off x="213409"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22" name="任意多边形: 形状 221">
              <a:extLst>
                <a:ext uri="{FF2B5EF4-FFF2-40B4-BE49-F238E27FC236}">
                  <a16:creationId xmlns:a16="http://schemas.microsoft.com/office/drawing/2014/main" id="{18FAC90D-1373-4F2F-B020-D8AF683FC8C3}"/>
                </a:ext>
              </a:extLst>
            </p:cNvPr>
            <p:cNvSpPr/>
            <p:nvPr/>
          </p:nvSpPr>
          <p:spPr>
            <a:xfrm>
              <a:off x="213409"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23" name="任意多边形: 形状 222">
              <a:extLst>
                <a:ext uri="{FF2B5EF4-FFF2-40B4-BE49-F238E27FC236}">
                  <a16:creationId xmlns:a16="http://schemas.microsoft.com/office/drawing/2014/main" id="{5685FCF2-CF82-4AE0-AF03-80737C6F2FED}"/>
                </a:ext>
              </a:extLst>
            </p:cNvPr>
            <p:cNvSpPr/>
            <p:nvPr/>
          </p:nvSpPr>
          <p:spPr>
            <a:xfrm>
              <a:off x="213409"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224" name="任意多边形: 形状 223">
              <a:extLst>
                <a:ext uri="{FF2B5EF4-FFF2-40B4-BE49-F238E27FC236}">
                  <a16:creationId xmlns:a16="http://schemas.microsoft.com/office/drawing/2014/main" id="{703BFEA0-F426-4C75-9720-C4AEAD5FA527}"/>
                </a:ext>
              </a:extLst>
            </p:cNvPr>
            <p:cNvSpPr/>
            <p:nvPr/>
          </p:nvSpPr>
          <p:spPr>
            <a:xfrm>
              <a:off x="213409"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25" name="任意多边形: 形状 224">
              <a:extLst>
                <a:ext uri="{FF2B5EF4-FFF2-40B4-BE49-F238E27FC236}">
                  <a16:creationId xmlns:a16="http://schemas.microsoft.com/office/drawing/2014/main" id="{D835F238-51C2-4A65-92E1-64FBAC13BAF1}"/>
                </a:ext>
              </a:extLst>
            </p:cNvPr>
            <p:cNvSpPr/>
            <p:nvPr/>
          </p:nvSpPr>
          <p:spPr>
            <a:xfrm>
              <a:off x="213409"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26" name="任意多边形: 形状 225">
              <a:extLst>
                <a:ext uri="{FF2B5EF4-FFF2-40B4-BE49-F238E27FC236}">
                  <a16:creationId xmlns:a16="http://schemas.microsoft.com/office/drawing/2014/main" id="{77C0D389-0A11-40E0-BCA7-17834214E255}"/>
                </a:ext>
              </a:extLst>
            </p:cNvPr>
            <p:cNvSpPr/>
            <p:nvPr/>
          </p:nvSpPr>
          <p:spPr>
            <a:xfrm>
              <a:off x="847904"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227" name="任意多边形: 形状 226">
              <a:extLst>
                <a:ext uri="{FF2B5EF4-FFF2-40B4-BE49-F238E27FC236}">
                  <a16:creationId xmlns:a16="http://schemas.microsoft.com/office/drawing/2014/main" id="{3192B686-70C0-4BD5-B087-8DE5F16EB2A5}"/>
                </a:ext>
              </a:extLst>
            </p:cNvPr>
            <p:cNvSpPr/>
            <p:nvPr/>
          </p:nvSpPr>
          <p:spPr>
            <a:xfrm>
              <a:off x="847904"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EFF8FC"/>
            </a:solidFill>
            <a:ln w="15134" cap="flat">
              <a:noFill/>
              <a:prstDash val="solid"/>
              <a:miter/>
            </a:ln>
          </p:spPr>
          <p:txBody>
            <a:bodyPr rtlCol="0" anchor="ctr"/>
            <a:lstStyle/>
            <a:p>
              <a:endParaRPr lang="zh-CN" altLang="en-US"/>
            </a:p>
          </p:txBody>
        </p:sp>
        <p:sp>
          <p:nvSpPr>
            <p:cNvPr id="228" name="任意多边形: 形状 227">
              <a:extLst>
                <a:ext uri="{FF2B5EF4-FFF2-40B4-BE49-F238E27FC236}">
                  <a16:creationId xmlns:a16="http://schemas.microsoft.com/office/drawing/2014/main" id="{71302610-F845-43F1-964D-353FA47B7A74}"/>
                </a:ext>
              </a:extLst>
            </p:cNvPr>
            <p:cNvSpPr/>
            <p:nvPr/>
          </p:nvSpPr>
          <p:spPr>
            <a:xfrm>
              <a:off x="847904"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lumMod val="20000"/>
                <a:lumOff val="80000"/>
              </a:schemeClr>
            </a:solidFill>
            <a:ln w="15134" cap="flat">
              <a:noFill/>
              <a:prstDash val="solid"/>
              <a:miter/>
            </a:ln>
          </p:spPr>
          <p:txBody>
            <a:bodyPr rtlCol="0" anchor="ctr"/>
            <a:lstStyle/>
            <a:p>
              <a:endParaRPr lang="zh-CN" altLang="en-US"/>
            </a:p>
          </p:txBody>
        </p:sp>
        <p:sp>
          <p:nvSpPr>
            <p:cNvPr id="229" name="任意多边形: 形状 228">
              <a:extLst>
                <a:ext uri="{FF2B5EF4-FFF2-40B4-BE49-F238E27FC236}">
                  <a16:creationId xmlns:a16="http://schemas.microsoft.com/office/drawing/2014/main" id="{E7D769BF-227C-40FA-9B94-43F23D19F723}"/>
                </a:ext>
              </a:extLst>
            </p:cNvPr>
            <p:cNvSpPr/>
            <p:nvPr/>
          </p:nvSpPr>
          <p:spPr>
            <a:xfrm>
              <a:off x="847904"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30" name="任意多边形: 形状 229">
              <a:extLst>
                <a:ext uri="{FF2B5EF4-FFF2-40B4-BE49-F238E27FC236}">
                  <a16:creationId xmlns:a16="http://schemas.microsoft.com/office/drawing/2014/main" id="{824737A6-D8C7-43AF-9E9D-E2ECC2214302}"/>
                </a:ext>
              </a:extLst>
            </p:cNvPr>
            <p:cNvSpPr/>
            <p:nvPr/>
          </p:nvSpPr>
          <p:spPr>
            <a:xfrm>
              <a:off x="847904"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31" name="任意多边形: 形状 230">
              <a:extLst>
                <a:ext uri="{FF2B5EF4-FFF2-40B4-BE49-F238E27FC236}">
                  <a16:creationId xmlns:a16="http://schemas.microsoft.com/office/drawing/2014/main" id="{5168A76D-CFF3-459C-A6F7-FBA61B10E407}"/>
                </a:ext>
              </a:extLst>
            </p:cNvPr>
            <p:cNvSpPr/>
            <p:nvPr/>
          </p:nvSpPr>
          <p:spPr>
            <a:xfrm>
              <a:off x="847904"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4"/>
            </a:solidFill>
            <a:ln w="15134" cap="flat">
              <a:noFill/>
              <a:prstDash val="solid"/>
              <a:miter/>
            </a:ln>
          </p:spPr>
          <p:txBody>
            <a:bodyPr rtlCol="0" anchor="ctr"/>
            <a:lstStyle/>
            <a:p>
              <a:endParaRPr lang="zh-CN" altLang="en-US"/>
            </a:p>
          </p:txBody>
        </p:sp>
        <p:sp>
          <p:nvSpPr>
            <p:cNvPr id="232" name="任意多边形: 形状 231">
              <a:extLst>
                <a:ext uri="{FF2B5EF4-FFF2-40B4-BE49-F238E27FC236}">
                  <a16:creationId xmlns:a16="http://schemas.microsoft.com/office/drawing/2014/main" id="{025D5F8C-48DC-445B-A65F-98A937FE1566}"/>
                </a:ext>
              </a:extLst>
            </p:cNvPr>
            <p:cNvSpPr/>
            <p:nvPr/>
          </p:nvSpPr>
          <p:spPr>
            <a:xfrm>
              <a:off x="847904"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2"/>
            </a:solidFill>
            <a:ln w="15134" cap="flat">
              <a:noFill/>
              <a:prstDash val="solid"/>
              <a:miter/>
            </a:ln>
          </p:spPr>
          <p:txBody>
            <a:bodyPr rtlCol="0" anchor="ctr"/>
            <a:lstStyle/>
            <a:p>
              <a:endParaRPr lang="zh-CN" altLang="en-US"/>
            </a:p>
          </p:txBody>
        </p:sp>
        <p:sp>
          <p:nvSpPr>
            <p:cNvPr id="233" name="任意多边形: 形状 232">
              <a:extLst>
                <a:ext uri="{FF2B5EF4-FFF2-40B4-BE49-F238E27FC236}">
                  <a16:creationId xmlns:a16="http://schemas.microsoft.com/office/drawing/2014/main" id="{52D2A626-BF9A-4141-89BC-62F9DE7A5C53}"/>
                </a:ext>
              </a:extLst>
            </p:cNvPr>
            <p:cNvSpPr/>
            <p:nvPr/>
          </p:nvSpPr>
          <p:spPr>
            <a:xfrm>
              <a:off x="847904"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34" name="任意多边形: 形状 233">
              <a:extLst>
                <a:ext uri="{FF2B5EF4-FFF2-40B4-BE49-F238E27FC236}">
                  <a16:creationId xmlns:a16="http://schemas.microsoft.com/office/drawing/2014/main" id="{F4B6B978-8C1E-4987-A987-825C46F2CFE6}"/>
                </a:ext>
              </a:extLst>
            </p:cNvPr>
            <p:cNvSpPr/>
            <p:nvPr/>
          </p:nvSpPr>
          <p:spPr>
            <a:xfrm>
              <a:off x="847904"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35" name="任意多边形: 形状 234">
              <a:extLst>
                <a:ext uri="{FF2B5EF4-FFF2-40B4-BE49-F238E27FC236}">
                  <a16:creationId xmlns:a16="http://schemas.microsoft.com/office/drawing/2014/main" id="{146970ED-F92C-45AE-9883-3AC4294820F5}"/>
                </a:ext>
              </a:extLst>
            </p:cNvPr>
            <p:cNvSpPr/>
            <p:nvPr/>
          </p:nvSpPr>
          <p:spPr>
            <a:xfrm>
              <a:off x="847904"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36" name="任意多边形: 形状 235">
              <a:extLst>
                <a:ext uri="{FF2B5EF4-FFF2-40B4-BE49-F238E27FC236}">
                  <a16:creationId xmlns:a16="http://schemas.microsoft.com/office/drawing/2014/main" id="{DC68DE55-9D58-4862-9767-B7129597BB4B}"/>
                </a:ext>
              </a:extLst>
            </p:cNvPr>
            <p:cNvSpPr/>
            <p:nvPr/>
          </p:nvSpPr>
          <p:spPr>
            <a:xfrm>
              <a:off x="1483004"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C8E7F1"/>
            </a:solidFill>
            <a:ln w="15134" cap="flat">
              <a:noFill/>
              <a:prstDash val="solid"/>
              <a:miter/>
            </a:ln>
          </p:spPr>
          <p:txBody>
            <a:bodyPr rtlCol="0" anchor="ctr"/>
            <a:lstStyle/>
            <a:p>
              <a:endParaRPr lang="zh-CN" altLang="en-US"/>
            </a:p>
          </p:txBody>
        </p:sp>
        <p:sp>
          <p:nvSpPr>
            <p:cNvPr id="237" name="任意多边形: 形状 236">
              <a:extLst>
                <a:ext uri="{FF2B5EF4-FFF2-40B4-BE49-F238E27FC236}">
                  <a16:creationId xmlns:a16="http://schemas.microsoft.com/office/drawing/2014/main" id="{660A3C63-F461-499B-BCBA-50D2DB81BAC9}"/>
                </a:ext>
              </a:extLst>
            </p:cNvPr>
            <p:cNvSpPr/>
            <p:nvPr/>
          </p:nvSpPr>
          <p:spPr>
            <a:xfrm>
              <a:off x="1483004"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38" name="任意多边形: 形状 237">
              <a:extLst>
                <a:ext uri="{FF2B5EF4-FFF2-40B4-BE49-F238E27FC236}">
                  <a16:creationId xmlns:a16="http://schemas.microsoft.com/office/drawing/2014/main" id="{0C750D07-24B8-4F91-8254-A3F841460CFC}"/>
                </a:ext>
              </a:extLst>
            </p:cNvPr>
            <p:cNvSpPr/>
            <p:nvPr/>
          </p:nvSpPr>
          <p:spPr>
            <a:xfrm>
              <a:off x="1483004"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39" name="任意多边形: 形状 238">
              <a:extLst>
                <a:ext uri="{FF2B5EF4-FFF2-40B4-BE49-F238E27FC236}">
                  <a16:creationId xmlns:a16="http://schemas.microsoft.com/office/drawing/2014/main" id="{A43BBF01-6584-49D1-8503-897937E45A63}"/>
                </a:ext>
              </a:extLst>
            </p:cNvPr>
            <p:cNvSpPr/>
            <p:nvPr/>
          </p:nvSpPr>
          <p:spPr>
            <a:xfrm>
              <a:off x="1483004"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40" name="任意多边形: 形状 239">
              <a:extLst>
                <a:ext uri="{FF2B5EF4-FFF2-40B4-BE49-F238E27FC236}">
                  <a16:creationId xmlns:a16="http://schemas.microsoft.com/office/drawing/2014/main" id="{96C3DBF4-D457-4CA1-9522-5AB37DD129A3}"/>
                </a:ext>
              </a:extLst>
            </p:cNvPr>
            <p:cNvSpPr/>
            <p:nvPr/>
          </p:nvSpPr>
          <p:spPr>
            <a:xfrm>
              <a:off x="1483004"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41" name="任意多边形: 形状 240">
              <a:extLst>
                <a:ext uri="{FF2B5EF4-FFF2-40B4-BE49-F238E27FC236}">
                  <a16:creationId xmlns:a16="http://schemas.microsoft.com/office/drawing/2014/main" id="{BE7A47F4-2749-4A92-9BD1-2D2F1F9DD5C8}"/>
                </a:ext>
              </a:extLst>
            </p:cNvPr>
            <p:cNvSpPr/>
            <p:nvPr/>
          </p:nvSpPr>
          <p:spPr>
            <a:xfrm>
              <a:off x="1483004"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242" name="任意多边形: 形状 241">
              <a:extLst>
                <a:ext uri="{FF2B5EF4-FFF2-40B4-BE49-F238E27FC236}">
                  <a16:creationId xmlns:a16="http://schemas.microsoft.com/office/drawing/2014/main" id="{FC2C2883-C94E-479C-871C-9561A4D32973}"/>
                </a:ext>
              </a:extLst>
            </p:cNvPr>
            <p:cNvSpPr/>
            <p:nvPr/>
          </p:nvSpPr>
          <p:spPr>
            <a:xfrm>
              <a:off x="1483004"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43" name="任意多边形: 形状 242">
              <a:extLst>
                <a:ext uri="{FF2B5EF4-FFF2-40B4-BE49-F238E27FC236}">
                  <a16:creationId xmlns:a16="http://schemas.microsoft.com/office/drawing/2014/main" id="{5B873614-1454-4B88-B8D0-20E66856E287}"/>
                </a:ext>
              </a:extLst>
            </p:cNvPr>
            <p:cNvSpPr/>
            <p:nvPr/>
          </p:nvSpPr>
          <p:spPr>
            <a:xfrm>
              <a:off x="1483004"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44" name="任意多边形: 形状 243">
              <a:extLst>
                <a:ext uri="{FF2B5EF4-FFF2-40B4-BE49-F238E27FC236}">
                  <a16:creationId xmlns:a16="http://schemas.microsoft.com/office/drawing/2014/main" id="{82C50608-6598-4349-BD0A-C8AD1CCDE6EC}"/>
                </a:ext>
              </a:extLst>
            </p:cNvPr>
            <p:cNvSpPr/>
            <p:nvPr/>
          </p:nvSpPr>
          <p:spPr>
            <a:xfrm>
              <a:off x="1483004"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45" name="任意多边形: 形状 244">
              <a:extLst>
                <a:ext uri="{FF2B5EF4-FFF2-40B4-BE49-F238E27FC236}">
                  <a16:creationId xmlns:a16="http://schemas.microsoft.com/office/drawing/2014/main" id="{A5707909-2FC8-4D6D-9A15-AE46529B2198}"/>
                </a:ext>
              </a:extLst>
            </p:cNvPr>
            <p:cNvSpPr/>
            <p:nvPr/>
          </p:nvSpPr>
          <p:spPr>
            <a:xfrm>
              <a:off x="2117499" y="-131332"/>
              <a:ext cx="634494" cy="749100"/>
            </a:xfrm>
            <a:custGeom>
              <a:avLst/>
              <a:gdLst>
                <a:gd name="connsiteX0" fmla="*/ 0 w 634494"/>
                <a:gd name="connsiteY0" fmla="*/ 0 h 749100"/>
                <a:gd name="connsiteX1" fmla="*/ 0 w 634494"/>
                <a:gd name="connsiteY1" fmla="*/ 749101 h 749100"/>
                <a:gd name="connsiteX2" fmla="*/ 634495 w 634494"/>
                <a:gd name="connsiteY2" fmla="*/ 365012 h 749100"/>
              </a:gdLst>
              <a:ahLst/>
              <a:cxnLst>
                <a:cxn ang="0">
                  <a:pos x="connsiteX0" y="connsiteY0"/>
                </a:cxn>
                <a:cxn ang="0">
                  <a:pos x="connsiteX1" y="connsiteY1"/>
                </a:cxn>
                <a:cxn ang="0">
                  <a:pos x="connsiteX2" y="connsiteY2"/>
                </a:cxn>
              </a:cxnLst>
              <a:rect l="l" t="t" r="r" b="b"/>
              <a:pathLst>
                <a:path w="634494" h="749100">
                  <a:moveTo>
                    <a:pt x="0" y="0"/>
                  </a:moveTo>
                  <a:lnTo>
                    <a:pt x="0" y="749101"/>
                  </a:lnTo>
                  <a:lnTo>
                    <a:pt x="634495" y="365012"/>
                  </a:lnTo>
                  <a:close/>
                </a:path>
              </a:pathLst>
            </a:custGeom>
            <a:solidFill>
              <a:schemeClr val="accent4"/>
            </a:solidFill>
            <a:ln w="15134" cap="flat">
              <a:noFill/>
              <a:prstDash val="solid"/>
              <a:miter/>
            </a:ln>
          </p:spPr>
          <p:txBody>
            <a:bodyPr rtlCol="0" anchor="ctr"/>
            <a:lstStyle/>
            <a:p>
              <a:endParaRPr lang="zh-CN" altLang="en-US"/>
            </a:p>
          </p:txBody>
        </p:sp>
        <p:sp>
          <p:nvSpPr>
            <p:cNvPr id="246" name="任意多边形: 形状 245">
              <a:extLst>
                <a:ext uri="{FF2B5EF4-FFF2-40B4-BE49-F238E27FC236}">
                  <a16:creationId xmlns:a16="http://schemas.microsoft.com/office/drawing/2014/main" id="{3D84C12F-795F-4CC8-AED1-2FE6248B1233}"/>
                </a:ext>
              </a:extLst>
            </p:cNvPr>
            <p:cNvSpPr/>
            <p:nvPr/>
          </p:nvSpPr>
          <p:spPr>
            <a:xfrm>
              <a:off x="2117499" y="233679"/>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47" name="任意多边形: 形状 246">
              <a:extLst>
                <a:ext uri="{FF2B5EF4-FFF2-40B4-BE49-F238E27FC236}">
                  <a16:creationId xmlns:a16="http://schemas.microsoft.com/office/drawing/2014/main" id="{FCFA2C18-EAE0-4774-94BC-639582D568C2}"/>
                </a:ext>
              </a:extLst>
            </p:cNvPr>
            <p:cNvSpPr/>
            <p:nvPr/>
          </p:nvSpPr>
          <p:spPr>
            <a:xfrm>
              <a:off x="2117499" y="-515420"/>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248" name="任意多边形: 形状 247">
              <a:extLst>
                <a:ext uri="{FF2B5EF4-FFF2-40B4-BE49-F238E27FC236}">
                  <a16:creationId xmlns:a16="http://schemas.microsoft.com/office/drawing/2014/main" id="{942B609A-941E-413F-853E-7E414BFA57F5}"/>
                </a:ext>
              </a:extLst>
            </p:cNvPr>
            <p:cNvSpPr/>
            <p:nvPr/>
          </p:nvSpPr>
          <p:spPr>
            <a:xfrm>
              <a:off x="2752448"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49" name="任意多边形: 形状 248">
              <a:extLst>
                <a:ext uri="{FF2B5EF4-FFF2-40B4-BE49-F238E27FC236}">
                  <a16:creationId xmlns:a16="http://schemas.microsoft.com/office/drawing/2014/main" id="{861F6556-E0B8-45BD-9363-7C897B99B737}"/>
                </a:ext>
              </a:extLst>
            </p:cNvPr>
            <p:cNvSpPr/>
            <p:nvPr/>
          </p:nvSpPr>
          <p:spPr>
            <a:xfrm>
              <a:off x="2752448"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50" name="任意多边形: 形状 249">
              <a:extLst>
                <a:ext uri="{FF2B5EF4-FFF2-40B4-BE49-F238E27FC236}">
                  <a16:creationId xmlns:a16="http://schemas.microsoft.com/office/drawing/2014/main" id="{D6A5DFD4-0C64-4BB7-9BAF-04DD428CB18F}"/>
                </a:ext>
              </a:extLst>
            </p:cNvPr>
            <p:cNvSpPr/>
            <p:nvPr/>
          </p:nvSpPr>
          <p:spPr>
            <a:xfrm>
              <a:off x="2752448" y="161984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251" name="任意多边形: 形状 250">
              <a:extLst>
                <a:ext uri="{FF2B5EF4-FFF2-40B4-BE49-F238E27FC236}">
                  <a16:creationId xmlns:a16="http://schemas.microsoft.com/office/drawing/2014/main" id="{61C2A367-22E4-4A5A-B98A-CEEEF9715008}"/>
                </a:ext>
              </a:extLst>
            </p:cNvPr>
            <p:cNvSpPr/>
            <p:nvPr/>
          </p:nvSpPr>
          <p:spPr>
            <a:xfrm>
              <a:off x="2752448"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52" name="任意多边形: 形状 251">
              <a:extLst>
                <a:ext uri="{FF2B5EF4-FFF2-40B4-BE49-F238E27FC236}">
                  <a16:creationId xmlns:a16="http://schemas.microsoft.com/office/drawing/2014/main" id="{70C1AD10-A730-4DD3-AD3F-792030DC1D48}"/>
                </a:ext>
              </a:extLst>
            </p:cNvPr>
            <p:cNvSpPr/>
            <p:nvPr/>
          </p:nvSpPr>
          <p:spPr>
            <a:xfrm>
              <a:off x="2752448"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53" name="任意多边形: 形状 252">
              <a:extLst>
                <a:ext uri="{FF2B5EF4-FFF2-40B4-BE49-F238E27FC236}">
                  <a16:creationId xmlns:a16="http://schemas.microsoft.com/office/drawing/2014/main" id="{14B21923-0648-4965-A6E0-20472281981E}"/>
                </a:ext>
              </a:extLst>
            </p:cNvPr>
            <p:cNvSpPr/>
            <p:nvPr/>
          </p:nvSpPr>
          <p:spPr>
            <a:xfrm>
              <a:off x="3386943" y="-131332"/>
              <a:ext cx="634495" cy="749100"/>
            </a:xfrm>
            <a:custGeom>
              <a:avLst/>
              <a:gdLst>
                <a:gd name="connsiteX0" fmla="*/ 0 w 634495"/>
                <a:gd name="connsiteY0" fmla="*/ 0 h 749100"/>
                <a:gd name="connsiteX1" fmla="*/ 0 w 634495"/>
                <a:gd name="connsiteY1" fmla="*/ 749101 h 749100"/>
                <a:gd name="connsiteX2" fmla="*/ 634495 w 634495"/>
                <a:gd name="connsiteY2" fmla="*/ 365012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2"/>
                  </a:lnTo>
                  <a:close/>
                </a:path>
              </a:pathLst>
            </a:custGeom>
            <a:solidFill>
              <a:schemeClr val="accent1"/>
            </a:solidFill>
            <a:ln w="15134" cap="flat">
              <a:noFill/>
              <a:prstDash val="solid"/>
              <a:miter/>
            </a:ln>
          </p:spPr>
          <p:txBody>
            <a:bodyPr rtlCol="0" anchor="ctr"/>
            <a:lstStyle/>
            <a:p>
              <a:endParaRPr lang="zh-CN" altLang="en-US"/>
            </a:p>
          </p:txBody>
        </p:sp>
        <p:sp>
          <p:nvSpPr>
            <p:cNvPr id="254" name="任意多边形: 形状 253">
              <a:extLst>
                <a:ext uri="{FF2B5EF4-FFF2-40B4-BE49-F238E27FC236}">
                  <a16:creationId xmlns:a16="http://schemas.microsoft.com/office/drawing/2014/main" id="{AEC315F2-A250-4DD7-916B-F737EC7B5FF3}"/>
                </a:ext>
              </a:extLst>
            </p:cNvPr>
            <p:cNvSpPr/>
            <p:nvPr/>
          </p:nvSpPr>
          <p:spPr>
            <a:xfrm>
              <a:off x="3386943" y="23367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55" name="任意多边形: 形状 254">
              <a:extLst>
                <a:ext uri="{FF2B5EF4-FFF2-40B4-BE49-F238E27FC236}">
                  <a16:creationId xmlns:a16="http://schemas.microsoft.com/office/drawing/2014/main" id="{294C17FE-8EDF-4967-A77F-A027744AF8D5}"/>
                </a:ext>
              </a:extLst>
            </p:cNvPr>
            <p:cNvSpPr/>
            <p:nvPr/>
          </p:nvSpPr>
          <p:spPr>
            <a:xfrm>
              <a:off x="3386943" y="-515420"/>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56" name="任意多边形: 形状 255">
              <a:extLst>
                <a:ext uri="{FF2B5EF4-FFF2-40B4-BE49-F238E27FC236}">
                  <a16:creationId xmlns:a16="http://schemas.microsoft.com/office/drawing/2014/main" id="{5B14BD10-8D53-476F-BCDF-B0E900158D53}"/>
                </a:ext>
              </a:extLst>
            </p:cNvPr>
            <p:cNvSpPr/>
            <p:nvPr/>
          </p:nvSpPr>
          <p:spPr>
            <a:xfrm>
              <a:off x="4021893"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257" name="任意多边形: 形状 256">
              <a:extLst>
                <a:ext uri="{FF2B5EF4-FFF2-40B4-BE49-F238E27FC236}">
                  <a16:creationId xmlns:a16="http://schemas.microsoft.com/office/drawing/2014/main" id="{4063702E-34B1-45FB-A3A6-F94CEB6C30EC}"/>
                </a:ext>
              </a:extLst>
            </p:cNvPr>
            <p:cNvSpPr/>
            <p:nvPr/>
          </p:nvSpPr>
          <p:spPr>
            <a:xfrm>
              <a:off x="4021893"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58" name="任意多边形: 形状 257">
              <a:extLst>
                <a:ext uri="{FF2B5EF4-FFF2-40B4-BE49-F238E27FC236}">
                  <a16:creationId xmlns:a16="http://schemas.microsoft.com/office/drawing/2014/main" id="{2F35F7CA-102C-4892-8CFF-C4CFC6F1C7D5}"/>
                </a:ext>
              </a:extLst>
            </p:cNvPr>
            <p:cNvSpPr/>
            <p:nvPr/>
          </p:nvSpPr>
          <p:spPr>
            <a:xfrm>
              <a:off x="4021893"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59" name="任意多边形: 形状 258">
              <a:extLst>
                <a:ext uri="{FF2B5EF4-FFF2-40B4-BE49-F238E27FC236}">
                  <a16:creationId xmlns:a16="http://schemas.microsoft.com/office/drawing/2014/main" id="{E667CEF5-027B-496D-A3DF-EF94DA8251EF}"/>
                </a:ext>
              </a:extLst>
            </p:cNvPr>
            <p:cNvSpPr/>
            <p:nvPr/>
          </p:nvSpPr>
          <p:spPr>
            <a:xfrm>
              <a:off x="4021893"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grpSp>
      <p:grpSp>
        <p:nvGrpSpPr>
          <p:cNvPr id="260" name="组合 259">
            <a:extLst>
              <a:ext uri="{FF2B5EF4-FFF2-40B4-BE49-F238E27FC236}">
                <a16:creationId xmlns:a16="http://schemas.microsoft.com/office/drawing/2014/main" id="{791BD894-9176-4923-A177-A4529CB30B6B}"/>
              </a:ext>
            </a:extLst>
          </p:cNvPr>
          <p:cNvGrpSpPr/>
          <p:nvPr userDrawn="1"/>
        </p:nvGrpSpPr>
        <p:grpSpPr>
          <a:xfrm flipV="1">
            <a:off x="7097778" y="1994399"/>
            <a:ext cx="5515761" cy="6180837"/>
            <a:chOff x="7097778" y="-898298"/>
            <a:chExt cx="5515761" cy="6180837"/>
          </a:xfrm>
        </p:grpSpPr>
        <p:sp>
          <p:nvSpPr>
            <p:cNvPr id="261" name="任意多边形: 形状 260">
              <a:extLst>
                <a:ext uri="{FF2B5EF4-FFF2-40B4-BE49-F238E27FC236}">
                  <a16:creationId xmlns:a16="http://schemas.microsoft.com/office/drawing/2014/main" id="{18834B5F-77C3-45EA-BDF3-B5ED7A6AA62B}"/>
                </a:ext>
              </a:extLst>
            </p:cNvPr>
            <p:cNvSpPr/>
            <p:nvPr/>
          </p:nvSpPr>
          <p:spPr>
            <a:xfrm>
              <a:off x="11979045" y="-114073"/>
              <a:ext cx="634494" cy="749100"/>
            </a:xfrm>
            <a:custGeom>
              <a:avLst/>
              <a:gdLst>
                <a:gd name="connsiteX0" fmla="*/ 634495 w 634494"/>
                <a:gd name="connsiteY0" fmla="*/ 0 h 749100"/>
                <a:gd name="connsiteX1" fmla="*/ 634495 w 634494"/>
                <a:gd name="connsiteY1" fmla="*/ 749101 h 749100"/>
                <a:gd name="connsiteX2" fmla="*/ 0 w 634494"/>
                <a:gd name="connsiteY2" fmla="*/ 365013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013"/>
                  </a:lnTo>
                  <a:close/>
                </a:path>
              </a:pathLst>
            </a:custGeom>
            <a:solidFill>
              <a:schemeClr val="accent3"/>
            </a:solidFill>
            <a:ln w="15134" cap="flat">
              <a:noFill/>
              <a:prstDash val="solid"/>
              <a:miter/>
            </a:ln>
          </p:spPr>
          <p:txBody>
            <a:bodyPr rtlCol="0" anchor="ctr"/>
            <a:lstStyle/>
            <a:p>
              <a:endParaRPr lang="zh-CN" altLang="en-US"/>
            </a:p>
          </p:txBody>
        </p:sp>
        <p:sp>
          <p:nvSpPr>
            <p:cNvPr id="262" name="任意多边形: 形状 261">
              <a:extLst>
                <a:ext uri="{FF2B5EF4-FFF2-40B4-BE49-F238E27FC236}">
                  <a16:creationId xmlns:a16="http://schemas.microsoft.com/office/drawing/2014/main" id="{79ED7C68-5798-4C2F-BF0A-B7B792FAAC3A}"/>
                </a:ext>
              </a:extLst>
            </p:cNvPr>
            <p:cNvSpPr/>
            <p:nvPr/>
          </p:nvSpPr>
          <p:spPr>
            <a:xfrm>
              <a:off x="11979045" y="635027"/>
              <a:ext cx="634494" cy="748949"/>
            </a:xfrm>
            <a:custGeom>
              <a:avLst/>
              <a:gdLst>
                <a:gd name="connsiteX0" fmla="*/ 634495 w 634494"/>
                <a:gd name="connsiteY0" fmla="*/ 0 h 748949"/>
                <a:gd name="connsiteX1" fmla="*/ 634495 w 634494"/>
                <a:gd name="connsiteY1" fmla="*/ 748949 h 748949"/>
                <a:gd name="connsiteX2" fmla="*/ 0 w 634494"/>
                <a:gd name="connsiteY2" fmla="*/ 365013 h 748949"/>
              </a:gdLst>
              <a:ahLst/>
              <a:cxnLst>
                <a:cxn ang="0">
                  <a:pos x="connsiteX0" y="connsiteY0"/>
                </a:cxn>
                <a:cxn ang="0">
                  <a:pos x="connsiteX1" y="connsiteY1"/>
                </a:cxn>
                <a:cxn ang="0">
                  <a:pos x="connsiteX2" y="connsiteY2"/>
                </a:cxn>
              </a:cxnLst>
              <a:rect l="l" t="t" r="r" b="b"/>
              <a:pathLst>
                <a:path w="634494" h="748949">
                  <a:moveTo>
                    <a:pt x="634495" y="0"/>
                  </a:moveTo>
                  <a:lnTo>
                    <a:pt x="634495" y="748949"/>
                  </a:lnTo>
                  <a:lnTo>
                    <a:pt x="0" y="365013"/>
                  </a:lnTo>
                  <a:close/>
                </a:path>
              </a:pathLst>
            </a:custGeom>
            <a:solidFill>
              <a:srgbClr val="EFF8FC"/>
            </a:solidFill>
            <a:ln w="15134" cap="flat">
              <a:noFill/>
              <a:prstDash val="solid"/>
              <a:miter/>
            </a:ln>
          </p:spPr>
          <p:txBody>
            <a:bodyPr rtlCol="0" anchor="ctr"/>
            <a:lstStyle/>
            <a:p>
              <a:endParaRPr lang="zh-CN" altLang="en-US"/>
            </a:p>
          </p:txBody>
        </p:sp>
        <p:sp>
          <p:nvSpPr>
            <p:cNvPr id="263" name="任意多边形: 形状 262">
              <a:extLst>
                <a:ext uri="{FF2B5EF4-FFF2-40B4-BE49-F238E27FC236}">
                  <a16:creationId xmlns:a16="http://schemas.microsoft.com/office/drawing/2014/main" id="{16572EF1-8DB2-4EA2-9122-65FF487DFEC3}"/>
                </a:ext>
              </a:extLst>
            </p:cNvPr>
            <p:cNvSpPr/>
            <p:nvPr/>
          </p:nvSpPr>
          <p:spPr>
            <a:xfrm>
              <a:off x="11979045" y="1383976"/>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D9EEF1"/>
            </a:solidFill>
            <a:ln w="15134" cap="flat">
              <a:noFill/>
              <a:prstDash val="solid"/>
              <a:miter/>
            </a:ln>
          </p:spPr>
          <p:txBody>
            <a:bodyPr rtlCol="0" anchor="ctr"/>
            <a:lstStyle/>
            <a:p>
              <a:endParaRPr lang="zh-CN" altLang="en-US"/>
            </a:p>
          </p:txBody>
        </p:sp>
        <p:sp>
          <p:nvSpPr>
            <p:cNvPr id="264" name="任意多边形: 形状 263">
              <a:extLst>
                <a:ext uri="{FF2B5EF4-FFF2-40B4-BE49-F238E27FC236}">
                  <a16:creationId xmlns:a16="http://schemas.microsoft.com/office/drawing/2014/main" id="{C8DB04D9-BDAB-41AC-802E-5425125FD028}"/>
                </a:ext>
              </a:extLst>
            </p:cNvPr>
            <p:cNvSpPr/>
            <p:nvPr/>
          </p:nvSpPr>
          <p:spPr>
            <a:xfrm>
              <a:off x="11979045" y="2133077"/>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265" name="任意多边形: 形状 264">
              <a:extLst>
                <a:ext uri="{FF2B5EF4-FFF2-40B4-BE49-F238E27FC236}">
                  <a16:creationId xmlns:a16="http://schemas.microsoft.com/office/drawing/2014/main" id="{5AEFE477-8575-43D6-A4EE-6E9F085EDEFC}"/>
                </a:ext>
              </a:extLst>
            </p:cNvPr>
            <p:cNvSpPr/>
            <p:nvPr/>
          </p:nvSpPr>
          <p:spPr>
            <a:xfrm>
              <a:off x="11979045" y="2882178"/>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266" name="任意多边形: 形状 265">
              <a:extLst>
                <a:ext uri="{FF2B5EF4-FFF2-40B4-BE49-F238E27FC236}">
                  <a16:creationId xmlns:a16="http://schemas.microsoft.com/office/drawing/2014/main" id="{2753DF91-137E-477F-86FE-FAFAE939D0EE}"/>
                </a:ext>
              </a:extLst>
            </p:cNvPr>
            <p:cNvSpPr/>
            <p:nvPr/>
          </p:nvSpPr>
          <p:spPr>
            <a:xfrm>
              <a:off x="11979045" y="2498089"/>
              <a:ext cx="634494" cy="749100"/>
            </a:xfrm>
            <a:custGeom>
              <a:avLst/>
              <a:gdLst>
                <a:gd name="connsiteX0" fmla="*/ 0 w 634494"/>
                <a:gd name="connsiteY0" fmla="*/ 749101 h 749100"/>
                <a:gd name="connsiteX1" fmla="*/ 0 w 634494"/>
                <a:gd name="connsiteY1" fmla="*/ 0 h 749100"/>
                <a:gd name="connsiteX2" fmla="*/ 634495 w 634494"/>
                <a:gd name="connsiteY2" fmla="*/ 384088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4088"/>
                  </a:lnTo>
                  <a:close/>
                </a:path>
              </a:pathLst>
            </a:custGeom>
            <a:solidFill>
              <a:schemeClr val="accent4"/>
            </a:solidFill>
            <a:ln w="15134" cap="flat">
              <a:noFill/>
              <a:prstDash val="solid"/>
              <a:miter/>
            </a:ln>
          </p:spPr>
          <p:txBody>
            <a:bodyPr rtlCol="0" anchor="ctr"/>
            <a:lstStyle/>
            <a:p>
              <a:endParaRPr lang="zh-CN" altLang="en-US"/>
            </a:p>
          </p:txBody>
        </p:sp>
        <p:sp>
          <p:nvSpPr>
            <p:cNvPr id="267" name="任意多边形: 形状 266">
              <a:extLst>
                <a:ext uri="{FF2B5EF4-FFF2-40B4-BE49-F238E27FC236}">
                  <a16:creationId xmlns:a16="http://schemas.microsoft.com/office/drawing/2014/main" id="{39F99FBA-4EB5-454E-9182-AA736F2F7B9E}"/>
                </a:ext>
              </a:extLst>
            </p:cNvPr>
            <p:cNvSpPr/>
            <p:nvPr/>
          </p:nvSpPr>
          <p:spPr>
            <a:xfrm>
              <a:off x="11979045" y="1748989"/>
              <a:ext cx="634494" cy="749100"/>
            </a:xfrm>
            <a:custGeom>
              <a:avLst/>
              <a:gdLst>
                <a:gd name="connsiteX0" fmla="*/ 0 w 634494"/>
                <a:gd name="connsiteY0" fmla="*/ 749101 h 749100"/>
                <a:gd name="connsiteX1" fmla="*/ 0 w 634494"/>
                <a:gd name="connsiteY1" fmla="*/ 0 h 749100"/>
                <a:gd name="connsiteX2" fmla="*/ 634495 w 634494"/>
                <a:gd name="connsiteY2" fmla="*/ 384088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4088"/>
                  </a:lnTo>
                  <a:close/>
                </a:path>
              </a:pathLst>
            </a:custGeom>
            <a:solidFill>
              <a:schemeClr val="accent2"/>
            </a:solidFill>
            <a:ln w="15134" cap="flat">
              <a:noFill/>
              <a:prstDash val="solid"/>
              <a:miter/>
            </a:ln>
          </p:spPr>
          <p:txBody>
            <a:bodyPr rtlCol="0" anchor="ctr"/>
            <a:lstStyle/>
            <a:p>
              <a:endParaRPr lang="zh-CN" altLang="en-US"/>
            </a:p>
          </p:txBody>
        </p:sp>
        <p:sp>
          <p:nvSpPr>
            <p:cNvPr id="268" name="任意多边形: 形状 267">
              <a:extLst>
                <a:ext uri="{FF2B5EF4-FFF2-40B4-BE49-F238E27FC236}">
                  <a16:creationId xmlns:a16="http://schemas.microsoft.com/office/drawing/2014/main" id="{107FDD09-8348-49CA-AA69-3606745E2D5C}"/>
                </a:ext>
              </a:extLst>
            </p:cNvPr>
            <p:cNvSpPr/>
            <p:nvPr/>
          </p:nvSpPr>
          <p:spPr>
            <a:xfrm>
              <a:off x="11979045" y="10000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269" name="任意多边形: 形状 268">
              <a:extLst>
                <a:ext uri="{FF2B5EF4-FFF2-40B4-BE49-F238E27FC236}">
                  <a16:creationId xmlns:a16="http://schemas.microsoft.com/office/drawing/2014/main" id="{7BC4A1A8-07F4-48CC-BA73-C880E4CDAAAE}"/>
                </a:ext>
              </a:extLst>
            </p:cNvPr>
            <p:cNvSpPr/>
            <p:nvPr/>
          </p:nvSpPr>
          <p:spPr>
            <a:xfrm>
              <a:off x="11979045" y="25093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rgbClr val="EFF8FC"/>
            </a:solidFill>
            <a:ln w="15134" cap="flat">
              <a:noFill/>
              <a:prstDash val="solid"/>
              <a:miter/>
            </a:ln>
          </p:spPr>
          <p:txBody>
            <a:bodyPr rtlCol="0" anchor="ctr"/>
            <a:lstStyle/>
            <a:p>
              <a:endParaRPr lang="zh-CN" altLang="en-US"/>
            </a:p>
          </p:txBody>
        </p:sp>
        <p:sp>
          <p:nvSpPr>
            <p:cNvPr id="270" name="任意多边形: 形状 269">
              <a:extLst>
                <a:ext uri="{FF2B5EF4-FFF2-40B4-BE49-F238E27FC236}">
                  <a16:creationId xmlns:a16="http://schemas.microsoft.com/office/drawing/2014/main" id="{3658B4E9-7F12-42E4-993A-4096B48FE7C2}"/>
                </a:ext>
              </a:extLst>
            </p:cNvPr>
            <p:cNvSpPr/>
            <p:nvPr/>
          </p:nvSpPr>
          <p:spPr>
            <a:xfrm>
              <a:off x="11979045" y="-498161"/>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271" name="任意多边形: 形状 270">
              <a:extLst>
                <a:ext uri="{FF2B5EF4-FFF2-40B4-BE49-F238E27FC236}">
                  <a16:creationId xmlns:a16="http://schemas.microsoft.com/office/drawing/2014/main" id="{BC1B05F6-C75F-4011-A3B3-E8C4D1389FFC}"/>
                </a:ext>
              </a:extLst>
            </p:cNvPr>
            <p:cNvSpPr/>
            <p:nvPr/>
          </p:nvSpPr>
          <p:spPr>
            <a:xfrm>
              <a:off x="11344096" y="-496799"/>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1"/>
            </a:solidFill>
            <a:ln w="15134" cap="flat">
              <a:noFill/>
              <a:prstDash val="solid"/>
              <a:miter/>
            </a:ln>
          </p:spPr>
          <p:txBody>
            <a:bodyPr rtlCol="0" anchor="ctr"/>
            <a:lstStyle/>
            <a:p>
              <a:endParaRPr lang="zh-CN" altLang="en-US"/>
            </a:p>
          </p:txBody>
        </p:sp>
        <p:sp>
          <p:nvSpPr>
            <p:cNvPr id="272" name="任意多边形: 形状 271">
              <a:extLst>
                <a:ext uri="{FF2B5EF4-FFF2-40B4-BE49-F238E27FC236}">
                  <a16:creationId xmlns:a16="http://schemas.microsoft.com/office/drawing/2014/main" id="{68812C11-2F01-45D3-9EBB-6B97F52A7958}"/>
                </a:ext>
              </a:extLst>
            </p:cNvPr>
            <p:cNvSpPr/>
            <p:nvPr/>
          </p:nvSpPr>
          <p:spPr>
            <a:xfrm>
              <a:off x="11344096" y="252301"/>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273" name="任意多边形: 形状 272">
              <a:extLst>
                <a:ext uri="{FF2B5EF4-FFF2-40B4-BE49-F238E27FC236}">
                  <a16:creationId xmlns:a16="http://schemas.microsoft.com/office/drawing/2014/main" id="{27702284-7CF5-4275-9EDE-D6F8A4D607A6}"/>
                </a:ext>
              </a:extLst>
            </p:cNvPr>
            <p:cNvSpPr/>
            <p:nvPr/>
          </p:nvSpPr>
          <p:spPr>
            <a:xfrm>
              <a:off x="11344096" y="1001402"/>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274" name="任意多边形: 形状 273">
              <a:extLst>
                <a:ext uri="{FF2B5EF4-FFF2-40B4-BE49-F238E27FC236}">
                  <a16:creationId xmlns:a16="http://schemas.microsoft.com/office/drawing/2014/main" id="{15F5BF11-9EDA-40B6-BAE6-4E45B4A997F2}"/>
                </a:ext>
              </a:extLst>
            </p:cNvPr>
            <p:cNvSpPr/>
            <p:nvPr/>
          </p:nvSpPr>
          <p:spPr>
            <a:xfrm>
              <a:off x="11344096" y="1750503"/>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275" name="任意多边形: 形状 274">
              <a:extLst>
                <a:ext uri="{FF2B5EF4-FFF2-40B4-BE49-F238E27FC236}">
                  <a16:creationId xmlns:a16="http://schemas.microsoft.com/office/drawing/2014/main" id="{B20D0514-E355-4522-BC08-C3499BCBA91C}"/>
                </a:ext>
              </a:extLst>
            </p:cNvPr>
            <p:cNvSpPr/>
            <p:nvPr/>
          </p:nvSpPr>
          <p:spPr>
            <a:xfrm>
              <a:off x="11344096" y="2115364"/>
              <a:ext cx="634494" cy="748949"/>
            </a:xfrm>
            <a:custGeom>
              <a:avLst/>
              <a:gdLst>
                <a:gd name="connsiteX0" fmla="*/ 0 w 634494"/>
                <a:gd name="connsiteY0" fmla="*/ 748949 h 748949"/>
                <a:gd name="connsiteX1" fmla="*/ 0 w 634494"/>
                <a:gd name="connsiteY1" fmla="*/ 0 h 748949"/>
                <a:gd name="connsiteX2" fmla="*/ 634495 w 634494"/>
                <a:gd name="connsiteY2" fmla="*/ 383937 h 748949"/>
              </a:gdLst>
              <a:ahLst/>
              <a:cxnLst>
                <a:cxn ang="0">
                  <a:pos x="connsiteX0" y="connsiteY0"/>
                </a:cxn>
                <a:cxn ang="0">
                  <a:pos x="connsiteX1" y="connsiteY1"/>
                </a:cxn>
                <a:cxn ang="0">
                  <a:pos x="connsiteX2" y="connsiteY2"/>
                </a:cxn>
              </a:cxnLst>
              <a:rect l="l" t="t" r="r" b="b"/>
              <a:pathLst>
                <a:path w="634494" h="748949">
                  <a:moveTo>
                    <a:pt x="0" y="748949"/>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276" name="任意多边形: 形状 275">
              <a:extLst>
                <a:ext uri="{FF2B5EF4-FFF2-40B4-BE49-F238E27FC236}">
                  <a16:creationId xmlns:a16="http://schemas.microsoft.com/office/drawing/2014/main" id="{6DCE84E9-B15A-44DC-B5A2-756EA9BBAB4E}"/>
                </a:ext>
              </a:extLst>
            </p:cNvPr>
            <p:cNvSpPr/>
            <p:nvPr/>
          </p:nvSpPr>
          <p:spPr>
            <a:xfrm>
              <a:off x="11344096" y="45334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277" name="任意多边形: 形状 276">
              <a:extLst>
                <a:ext uri="{FF2B5EF4-FFF2-40B4-BE49-F238E27FC236}">
                  <a16:creationId xmlns:a16="http://schemas.microsoft.com/office/drawing/2014/main" id="{669B7C88-4EAD-487C-8E29-253B7CDEA940}"/>
                </a:ext>
              </a:extLst>
            </p:cNvPr>
            <p:cNvSpPr/>
            <p:nvPr/>
          </p:nvSpPr>
          <p:spPr>
            <a:xfrm>
              <a:off x="11344096" y="1366263"/>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3"/>
            </a:solidFill>
            <a:ln w="15134" cap="flat">
              <a:noFill/>
              <a:prstDash val="solid"/>
              <a:miter/>
            </a:ln>
          </p:spPr>
          <p:txBody>
            <a:bodyPr rtlCol="0" anchor="ctr"/>
            <a:lstStyle/>
            <a:p>
              <a:endParaRPr lang="zh-CN" altLang="en-US"/>
            </a:p>
          </p:txBody>
        </p:sp>
        <p:sp>
          <p:nvSpPr>
            <p:cNvPr id="278" name="任意多边形: 形状 277">
              <a:extLst>
                <a:ext uri="{FF2B5EF4-FFF2-40B4-BE49-F238E27FC236}">
                  <a16:creationId xmlns:a16="http://schemas.microsoft.com/office/drawing/2014/main" id="{6915F06C-898B-41F9-AC1E-7E4D8C57AB96}"/>
                </a:ext>
              </a:extLst>
            </p:cNvPr>
            <p:cNvSpPr/>
            <p:nvPr/>
          </p:nvSpPr>
          <p:spPr>
            <a:xfrm>
              <a:off x="11344096" y="617162"/>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279" name="任意多边形: 形状 278">
              <a:extLst>
                <a:ext uri="{FF2B5EF4-FFF2-40B4-BE49-F238E27FC236}">
                  <a16:creationId xmlns:a16="http://schemas.microsoft.com/office/drawing/2014/main" id="{2442DE6D-A430-4200-A3CC-F093884F9EA1}"/>
                </a:ext>
              </a:extLst>
            </p:cNvPr>
            <p:cNvSpPr/>
            <p:nvPr/>
          </p:nvSpPr>
          <p:spPr>
            <a:xfrm>
              <a:off x="11344096" y="-13193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280" name="任意多边形: 形状 279">
              <a:extLst>
                <a:ext uri="{FF2B5EF4-FFF2-40B4-BE49-F238E27FC236}">
                  <a16:creationId xmlns:a16="http://schemas.microsoft.com/office/drawing/2014/main" id="{DA972976-BA7D-4EC9-9382-E4AAA16B5932}"/>
                </a:ext>
              </a:extLst>
            </p:cNvPr>
            <p:cNvSpPr/>
            <p:nvPr/>
          </p:nvSpPr>
          <p:spPr>
            <a:xfrm>
              <a:off x="11344096" y="-8810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3"/>
            </a:solidFill>
            <a:ln w="15134" cap="flat">
              <a:noFill/>
              <a:prstDash val="solid"/>
              <a:miter/>
            </a:ln>
          </p:spPr>
          <p:txBody>
            <a:bodyPr rtlCol="0" anchor="ctr"/>
            <a:lstStyle/>
            <a:p>
              <a:endParaRPr lang="zh-CN" altLang="en-US"/>
            </a:p>
          </p:txBody>
        </p:sp>
        <p:sp>
          <p:nvSpPr>
            <p:cNvPr id="281" name="任意多边形: 形状 280">
              <a:extLst>
                <a:ext uri="{FF2B5EF4-FFF2-40B4-BE49-F238E27FC236}">
                  <a16:creationId xmlns:a16="http://schemas.microsoft.com/office/drawing/2014/main" id="{0BED6671-7B87-41A8-ADBB-A755EC75FD88}"/>
                </a:ext>
              </a:extLst>
            </p:cNvPr>
            <p:cNvSpPr/>
            <p:nvPr/>
          </p:nvSpPr>
          <p:spPr>
            <a:xfrm>
              <a:off x="10709600" y="-131332"/>
              <a:ext cx="634495" cy="749100"/>
            </a:xfrm>
            <a:custGeom>
              <a:avLst/>
              <a:gdLst>
                <a:gd name="connsiteX0" fmla="*/ 634496 w 634495"/>
                <a:gd name="connsiteY0" fmla="*/ 0 h 749100"/>
                <a:gd name="connsiteX1" fmla="*/ 634496 w 634495"/>
                <a:gd name="connsiteY1" fmla="*/ 749101 h 749100"/>
                <a:gd name="connsiteX2" fmla="*/ 0 w 634495"/>
                <a:gd name="connsiteY2" fmla="*/ 365012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012"/>
                  </a:lnTo>
                  <a:close/>
                </a:path>
              </a:pathLst>
            </a:custGeom>
            <a:solidFill>
              <a:schemeClr val="accent4"/>
            </a:solidFill>
            <a:ln w="15134" cap="flat">
              <a:noFill/>
              <a:prstDash val="solid"/>
              <a:miter/>
            </a:ln>
          </p:spPr>
          <p:txBody>
            <a:bodyPr rtlCol="0" anchor="ctr"/>
            <a:lstStyle/>
            <a:p>
              <a:endParaRPr lang="zh-CN" altLang="en-US"/>
            </a:p>
          </p:txBody>
        </p:sp>
        <p:sp>
          <p:nvSpPr>
            <p:cNvPr id="282" name="任意多边形: 形状 281">
              <a:extLst>
                <a:ext uri="{FF2B5EF4-FFF2-40B4-BE49-F238E27FC236}">
                  <a16:creationId xmlns:a16="http://schemas.microsoft.com/office/drawing/2014/main" id="{77D6451D-D054-43F1-9059-CE09CC83DAD9}"/>
                </a:ext>
              </a:extLst>
            </p:cNvPr>
            <p:cNvSpPr/>
            <p:nvPr/>
          </p:nvSpPr>
          <p:spPr>
            <a:xfrm>
              <a:off x="10709600" y="233679"/>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4"/>
            </a:solidFill>
            <a:ln w="15134" cap="flat">
              <a:noFill/>
              <a:prstDash val="solid"/>
              <a:miter/>
            </a:ln>
          </p:spPr>
          <p:txBody>
            <a:bodyPr rtlCol="0" anchor="ctr"/>
            <a:lstStyle/>
            <a:p>
              <a:endParaRPr lang="zh-CN" altLang="en-US"/>
            </a:p>
          </p:txBody>
        </p:sp>
        <p:sp>
          <p:nvSpPr>
            <p:cNvPr id="283" name="任意多边形: 形状 282">
              <a:extLst>
                <a:ext uri="{FF2B5EF4-FFF2-40B4-BE49-F238E27FC236}">
                  <a16:creationId xmlns:a16="http://schemas.microsoft.com/office/drawing/2014/main" id="{F8698093-72EB-4FD8-A250-C7D2DF67CFC3}"/>
                </a:ext>
              </a:extLst>
            </p:cNvPr>
            <p:cNvSpPr/>
            <p:nvPr/>
          </p:nvSpPr>
          <p:spPr>
            <a:xfrm>
              <a:off x="10709600" y="-515420"/>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2"/>
            </a:solidFill>
            <a:ln w="15134" cap="flat">
              <a:noFill/>
              <a:prstDash val="solid"/>
              <a:miter/>
            </a:ln>
          </p:spPr>
          <p:txBody>
            <a:bodyPr rtlCol="0" anchor="ctr"/>
            <a:lstStyle/>
            <a:p>
              <a:endParaRPr lang="zh-CN" altLang="en-US"/>
            </a:p>
          </p:txBody>
        </p:sp>
        <p:sp>
          <p:nvSpPr>
            <p:cNvPr id="284" name="任意多边形: 形状 283">
              <a:extLst>
                <a:ext uri="{FF2B5EF4-FFF2-40B4-BE49-F238E27FC236}">
                  <a16:creationId xmlns:a16="http://schemas.microsoft.com/office/drawing/2014/main" id="{373AA7FD-25E3-4181-AF9C-8F22B8F6B67F}"/>
                </a:ext>
              </a:extLst>
            </p:cNvPr>
            <p:cNvSpPr/>
            <p:nvPr/>
          </p:nvSpPr>
          <p:spPr>
            <a:xfrm>
              <a:off x="10074499" y="-514058"/>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285" name="任意多边形: 形状 284">
              <a:extLst>
                <a:ext uri="{FF2B5EF4-FFF2-40B4-BE49-F238E27FC236}">
                  <a16:creationId xmlns:a16="http://schemas.microsoft.com/office/drawing/2014/main" id="{AE6F199B-FC00-4A1A-B47E-7ABA3610D46E}"/>
                </a:ext>
              </a:extLst>
            </p:cNvPr>
            <p:cNvSpPr/>
            <p:nvPr/>
          </p:nvSpPr>
          <p:spPr>
            <a:xfrm>
              <a:off x="10074499" y="235042"/>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286" name="任意多边形: 形状 285">
              <a:extLst>
                <a:ext uri="{FF2B5EF4-FFF2-40B4-BE49-F238E27FC236}">
                  <a16:creationId xmlns:a16="http://schemas.microsoft.com/office/drawing/2014/main" id="{B6995AA5-F6EC-4E8F-8C55-0A53B441059E}"/>
                </a:ext>
              </a:extLst>
            </p:cNvPr>
            <p:cNvSpPr/>
            <p:nvPr/>
          </p:nvSpPr>
          <p:spPr>
            <a:xfrm>
              <a:off x="10074499" y="1619849"/>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chemeClr val="accent2"/>
            </a:solidFill>
            <a:ln w="15134" cap="flat">
              <a:noFill/>
              <a:prstDash val="solid"/>
              <a:miter/>
            </a:ln>
          </p:spPr>
          <p:txBody>
            <a:bodyPr rtlCol="0" anchor="ctr"/>
            <a:lstStyle/>
            <a:p>
              <a:endParaRPr lang="zh-CN" altLang="en-US"/>
            </a:p>
          </p:txBody>
        </p:sp>
        <p:sp>
          <p:nvSpPr>
            <p:cNvPr id="287" name="任意多边形: 形状 286">
              <a:extLst>
                <a:ext uri="{FF2B5EF4-FFF2-40B4-BE49-F238E27FC236}">
                  <a16:creationId xmlns:a16="http://schemas.microsoft.com/office/drawing/2014/main" id="{4CBFF075-BB34-4A6E-8406-220AEA68ABA5}"/>
                </a:ext>
              </a:extLst>
            </p:cNvPr>
            <p:cNvSpPr/>
            <p:nvPr/>
          </p:nvSpPr>
          <p:spPr>
            <a:xfrm>
              <a:off x="10074499" y="-149197"/>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rgbClr val="EFF8FC"/>
            </a:solidFill>
            <a:ln w="15134" cap="flat">
              <a:noFill/>
              <a:prstDash val="solid"/>
              <a:miter/>
            </a:ln>
          </p:spPr>
          <p:txBody>
            <a:bodyPr rtlCol="0" anchor="ctr"/>
            <a:lstStyle/>
            <a:p>
              <a:endParaRPr lang="zh-CN" altLang="en-US"/>
            </a:p>
          </p:txBody>
        </p:sp>
        <p:sp>
          <p:nvSpPr>
            <p:cNvPr id="288" name="任意多边形: 形状 287">
              <a:extLst>
                <a:ext uri="{FF2B5EF4-FFF2-40B4-BE49-F238E27FC236}">
                  <a16:creationId xmlns:a16="http://schemas.microsoft.com/office/drawing/2014/main" id="{AE91F9DE-0E54-4EFF-BC11-074400951A42}"/>
                </a:ext>
              </a:extLst>
            </p:cNvPr>
            <p:cNvSpPr/>
            <p:nvPr/>
          </p:nvSpPr>
          <p:spPr>
            <a:xfrm>
              <a:off x="10074499" y="-898298"/>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4"/>
            </a:solidFill>
            <a:ln w="15134" cap="flat">
              <a:noFill/>
              <a:prstDash val="solid"/>
              <a:miter/>
            </a:ln>
          </p:spPr>
          <p:txBody>
            <a:bodyPr rtlCol="0" anchor="ctr"/>
            <a:lstStyle/>
            <a:p>
              <a:endParaRPr lang="zh-CN" altLang="en-US"/>
            </a:p>
          </p:txBody>
        </p:sp>
        <p:sp>
          <p:nvSpPr>
            <p:cNvPr id="289" name="任意多边形: 形状 288">
              <a:extLst>
                <a:ext uri="{FF2B5EF4-FFF2-40B4-BE49-F238E27FC236}">
                  <a16:creationId xmlns:a16="http://schemas.microsoft.com/office/drawing/2014/main" id="{A6DC9BEE-9621-4749-9C95-121E01DE91CA}"/>
                </a:ext>
              </a:extLst>
            </p:cNvPr>
            <p:cNvSpPr/>
            <p:nvPr/>
          </p:nvSpPr>
          <p:spPr>
            <a:xfrm>
              <a:off x="9440005" y="-131332"/>
              <a:ext cx="634494" cy="749100"/>
            </a:xfrm>
            <a:custGeom>
              <a:avLst/>
              <a:gdLst>
                <a:gd name="connsiteX0" fmla="*/ 634495 w 634494"/>
                <a:gd name="connsiteY0" fmla="*/ 0 h 749100"/>
                <a:gd name="connsiteX1" fmla="*/ 634495 w 634494"/>
                <a:gd name="connsiteY1" fmla="*/ 749101 h 749100"/>
                <a:gd name="connsiteX2" fmla="*/ 0 w 634494"/>
                <a:gd name="connsiteY2" fmla="*/ 365012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012"/>
                  </a:lnTo>
                  <a:close/>
                </a:path>
              </a:pathLst>
            </a:custGeom>
            <a:solidFill>
              <a:schemeClr val="accent2"/>
            </a:solidFill>
            <a:ln w="15134" cap="flat">
              <a:noFill/>
              <a:prstDash val="solid"/>
              <a:miter/>
            </a:ln>
          </p:spPr>
          <p:txBody>
            <a:bodyPr rtlCol="0" anchor="ctr"/>
            <a:lstStyle/>
            <a:p>
              <a:endParaRPr lang="zh-CN" altLang="en-US"/>
            </a:p>
          </p:txBody>
        </p:sp>
        <p:sp>
          <p:nvSpPr>
            <p:cNvPr id="290" name="任意多边形: 形状 289">
              <a:extLst>
                <a:ext uri="{FF2B5EF4-FFF2-40B4-BE49-F238E27FC236}">
                  <a16:creationId xmlns:a16="http://schemas.microsoft.com/office/drawing/2014/main" id="{76698ECC-8992-4F77-94AD-564F9DD973DF}"/>
                </a:ext>
              </a:extLst>
            </p:cNvPr>
            <p:cNvSpPr/>
            <p:nvPr/>
          </p:nvSpPr>
          <p:spPr>
            <a:xfrm>
              <a:off x="7097778" y="-131332"/>
              <a:ext cx="634495" cy="749100"/>
            </a:xfrm>
            <a:custGeom>
              <a:avLst/>
              <a:gdLst>
                <a:gd name="connsiteX0" fmla="*/ 634495 w 634495"/>
                <a:gd name="connsiteY0" fmla="*/ 0 h 749100"/>
                <a:gd name="connsiteX1" fmla="*/ 634495 w 634495"/>
                <a:gd name="connsiteY1" fmla="*/ 749101 h 749100"/>
                <a:gd name="connsiteX2" fmla="*/ 0 w 634495"/>
                <a:gd name="connsiteY2" fmla="*/ 365012 h 749100"/>
              </a:gdLst>
              <a:ahLst/>
              <a:cxnLst>
                <a:cxn ang="0">
                  <a:pos x="connsiteX0" y="connsiteY0"/>
                </a:cxn>
                <a:cxn ang="0">
                  <a:pos x="connsiteX1" y="connsiteY1"/>
                </a:cxn>
                <a:cxn ang="0">
                  <a:pos x="connsiteX2" y="connsiteY2"/>
                </a:cxn>
              </a:cxnLst>
              <a:rect l="l" t="t" r="r" b="b"/>
              <a:pathLst>
                <a:path w="634495" h="749100">
                  <a:moveTo>
                    <a:pt x="634495" y="0"/>
                  </a:moveTo>
                  <a:lnTo>
                    <a:pt x="634495" y="749101"/>
                  </a:lnTo>
                  <a:lnTo>
                    <a:pt x="0" y="365012"/>
                  </a:lnTo>
                  <a:close/>
                </a:path>
              </a:pathLst>
            </a:custGeom>
            <a:solidFill>
              <a:schemeClr val="accent3"/>
            </a:solidFill>
            <a:ln w="15134" cap="flat">
              <a:noFill/>
              <a:prstDash val="solid"/>
              <a:miter/>
            </a:ln>
          </p:spPr>
          <p:txBody>
            <a:bodyPr rtlCol="0" anchor="ctr"/>
            <a:lstStyle/>
            <a:p>
              <a:endParaRPr lang="zh-CN" altLang="en-US"/>
            </a:p>
          </p:txBody>
        </p:sp>
        <p:sp>
          <p:nvSpPr>
            <p:cNvPr id="291" name="任意多边形: 形状 290">
              <a:extLst>
                <a:ext uri="{FF2B5EF4-FFF2-40B4-BE49-F238E27FC236}">
                  <a16:creationId xmlns:a16="http://schemas.microsoft.com/office/drawing/2014/main" id="{A5B371F5-ABDC-4150-952D-DE8109912EA3}"/>
                </a:ext>
              </a:extLst>
            </p:cNvPr>
            <p:cNvSpPr/>
            <p:nvPr/>
          </p:nvSpPr>
          <p:spPr>
            <a:xfrm>
              <a:off x="9440005" y="23367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rgbClr val="EFF8FC"/>
            </a:solidFill>
            <a:ln w="15134" cap="flat">
              <a:noFill/>
              <a:prstDash val="solid"/>
              <a:miter/>
            </a:ln>
          </p:spPr>
          <p:txBody>
            <a:bodyPr rtlCol="0" anchor="ctr"/>
            <a:lstStyle/>
            <a:p>
              <a:endParaRPr lang="zh-CN" altLang="en-US"/>
            </a:p>
          </p:txBody>
        </p:sp>
        <p:sp>
          <p:nvSpPr>
            <p:cNvPr id="292" name="任意多边形: 形状 291">
              <a:extLst>
                <a:ext uri="{FF2B5EF4-FFF2-40B4-BE49-F238E27FC236}">
                  <a16:creationId xmlns:a16="http://schemas.microsoft.com/office/drawing/2014/main" id="{EAFEF164-7D5F-44EE-B128-E5CB6CD2A890}"/>
                </a:ext>
              </a:extLst>
            </p:cNvPr>
            <p:cNvSpPr/>
            <p:nvPr/>
          </p:nvSpPr>
          <p:spPr>
            <a:xfrm>
              <a:off x="9440005" y="-515420"/>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293" name="任意多边形: 形状 292">
              <a:extLst>
                <a:ext uri="{FF2B5EF4-FFF2-40B4-BE49-F238E27FC236}">
                  <a16:creationId xmlns:a16="http://schemas.microsoft.com/office/drawing/2014/main" id="{C12B9D18-0290-4814-B9AA-410D2C667DFC}"/>
                </a:ext>
              </a:extLst>
            </p:cNvPr>
            <p:cNvSpPr/>
            <p:nvPr/>
          </p:nvSpPr>
          <p:spPr>
            <a:xfrm>
              <a:off x="8805056" y="-514058"/>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294" name="任意多边形: 形状 293">
              <a:extLst>
                <a:ext uri="{FF2B5EF4-FFF2-40B4-BE49-F238E27FC236}">
                  <a16:creationId xmlns:a16="http://schemas.microsoft.com/office/drawing/2014/main" id="{B39276F5-7903-4028-8C24-975221824651}"/>
                </a:ext>
              </a:extLst>
            </p:cNvPr>
            <p:cNvSpPr/>
            <p:nvPr/>
          </p:nvSpPr>
          <p:spPr>
            <a:xfrm>
              <a:off x="8805056" y="235042"/>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295" name="任意多边形: 形状 294">
              <a:extLst>
                <a:ext uri="{FF2B5EF4-FFF2-40B4-BE49-F238E27FC236}">
                  <a16:creationId xmlns:a16="http://schemas.microsoft.com/office/drawing/2014/main" id="{3A375A78-DA42-4AAC-94DC-15FE77E17938}"/>
                </a:ext>
              </a:extLst>
            </p:cNvPr>
            <p:cNvSpPr/>
            <p:nvPr/>
          </p:nvSpPr>
          <p:spPr>
            <a:xfrm>
              <a:off x="8805056" y="-149197"/>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296" name="任意多边形: 形状 295">
              <a:extLst>
                <a:ext uri="{FF2B5EF4-FFF2-40B4-BE49-F238E27FC236}">
                  <a16:creationId xmlns:a16="http://schemas.microsoft.com/office/drawing/2014/main" id="{40E2CE18-15D9-4E10-B70A-59CE3472D337}"/>
                </a:ext>
              </a:extLst>
            </p:cNvPr>
            <p:cNvSpPr/>
            <p:nvPr/>
          </p:nvSpPr>
          <p:spPr>
            <a:xfrm>
              <a:off x="8805056" y="-89829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grpSp>
      <p:grpSp>
        <p:nvGrpSpPr>
          <p:cNvPr id="297" name="组合 296">
            <a:extLst>
              <a:ext uri="{FF2B5EF4-FFF2-40B4-BE49-F238E27FC236}">
                <a16:creationId xmlns:a16="http://schemas.microsoft.com/office/drawing/2014/main" id="{DDF49BCD-AE6A-4F2B-A235-921C63AFDBD2}"/>
              </a:ext>
            </a:extLst>
          </p:cNvPr>
          <p:cNvGrpSpPr/>
          <p:nvPr userDrawn="1"/>
        </p:nvGrpSpPr>
        <p:grpSpPr>
          <a:xfrm>
            <a:off x="2433372" y="1318785"/>
            <a:ext cx="5940331" cy="2179567"/>
            <a:chOff x="675908" y="693106"/>
            <a:chExt cx="9053516" cy="3321826"/>
          </a:xfrm>
        </p:grpSpPr>
        <p:sp>
          <p:nvSpPr>
            <p:cNvPr id="298" name="文本框 297">
              <a:extLst>
                <a:ext uri="{FF2B5EF4-FFF2-40B4-BE49-F238E27FC236}">
                  <a16:creationId xmlns:a16="http://schemas.microsoft.com/office/drawing/2014/main" id="{011E42B3-064E-4F33-8A24-20F6071030ED}"/>
                </a:ext>
              </a:extLst>
            </p:cNvPr>
            <p:cNvSpPr txBox="1"/>
            <p:nvPr/>
          </p:nvSpPr>
          <p:spPr>
            <a:xfrm>
              <a:off x="675908" y="693106"/>
              <a:ext cx="2769328" cy="3321826"/>
            </a:xfrm>
            <a:prstGeom prst="rect">
              <a:avLst/>
            </a:prstGeom>
            <a:noFill/>
          </p:spPr>
          <p:txBody>
            <a:bodyPr wrap="none" rtlCol="0">
              <a:prstTxWarp prst="textPlain">
                <a:avLst/>
              </a:prstTxWarp>
              <a:spAutoFit/>
            </a:bodyPr>
            <a:lstStyle/>
            <a:p>
              <a:r>
                <a:rPr lang="en-US" altLang="zh-CN" sz="9600" dirty="0">
                  <a:solidFill>
                    <a:schemeClr val="accent3">
                      <a:alpha val="8000"/>
                    </a:schemeClr>
                  </a:solidFill>
                  <a:latin typeface="Impact" panose="020B0806030902050204" pitchFamily="34" charset="0"/>
                  <a:ea typeface="微软雅黑"/>
                </a:rPr>
                <a:t>2</a:t>
              </a:r>
              <a:endParaRPr lang="zh-CN" altLang="en-US" sz="9600" dirty="0">
                <a:solidFill>
                  <a:schemeClr val="accent3">
                    <a:alpha val="8000"/>
                  </a:schemeClr>
                </a:solidFill>
                <a:latin typeface="Impact" panose="020B0806030902050204" pitchFamily="34" charset="0"/>
                <a:ea typeface="微软雅黑"/>
              </a:endParaRPr>
            </a:p>
          </p:txBody>
        </p:sp>
        <p:sp>
          <p:nvSpPr>
            <p:cNvPr id="299" name="文本框 298">
              <a:extLst>
                <a:ext uri="{FF2B5EF4-FFF2-40B4-BE49-F238E27FC236}">
                  <a16:creationId xmlns:a16="http://schemas.microsoft.com/office/drawing/2014/main" id="{9E976F77-4D7D-4615-96D1-0473499C59B8}"/>
                </a:ext>
              </a:extLst>
            </p:cNvPr>
            <p:cNvSpPr txBox="1"/>
            <p:nvPr/>
          </p:nvSpPr>
          <p:spPr>
            <a:xfrm>
              <a:off x="2770637" y="693106"/>
              <a:ext cx="2769328" cy="3321826"/>
            </a:xfrm>
            <a:prstGeom prst="rect">
              <a:avLst/>
            </a:prstGeom>
            <a:noFill/>
          </p:spPr>
          <p:txBody>
            <a:bodyPr wrap="none" rtlCol="0">
              <a:prstTxWarp prst="textPlain">
                <a:avLst/>
              </a:prstTxWarp>
              <a:spAutoFit/>
            </a:bodyPr>
            <a:lstStyle/>
            <a:p>
              <a:r>
                <a:rPr lang="en-US" altLang="zh-CN" sz="9600" dirty="0">
                  <a:solidFill>
                    <a:schemeClr val="accent3">
                      <a:alpha val="8000"/>
                    </a:schemeClr>
                  </a:solidFill>
                  <a:latin typeface="Impact" panose="020B0806030902050204" pitchFamily="34" charset="0"/>
                  <a:ea typeface="微软雅黑"/>
                </a:rPr>
                <a:t>0</a:t>
              </a:r>
              <a:endParaRPr lang="zh-CN" altLang="en-US" sz="9600" dirty="0">
                <a:solidFill>
                  <a:schemeClr val="accent3">
                    <a:alpha val="8000"/>
                  </a:schemeClr>
                </a:solidFill>
                <a:latin typeface="Impact" panose="020B0806030902050204" pitchFamily="34" charset="0"/>
                <a:ea typeface="微软雅黑"/>
              </a:endParaRPr>
            </a:p>
          </p:txBody>
        </p:sp>
        <p:sp>
          <p:nvSpPr>
            <p:cNvPr id="300" name="文本框 299">
              <a:extLst>
                <a:ext uri="{FF2B5EF4-FFF2-40B4-BE49-F238E27FC236}">
                  <a16:creationId xmlns:a16="http://schemas.microsoft.com/office/drawing/2014/main" id="{D8371CB2-8ED7-4BDA-B0EF-A23C3D4A65BB}"/>
                </a:ext>
              </a:extLst>
            </p:cNvPr>
            <p:cNvSpPr txBox="1"/>
            <p:nvPr/>
          </p:nvSpPr>
          <p:spPr>
            <a:xfrm>
              <a:off x="4865366" y="693106"/>
              <a:ext cx="2769328" cy="3321826"/>
            </a:xfrm>
            <a:prstGeom prst="rect">
              <a:avLst/>
            </a:prstGeom>
            <a:noFill/>
          </p:spPr>
          <p:txBody>
            <a:bodyPr wrap="none" rtlCol="0">
              <a:prstTxWarp prst="textPlain">
                <a:avLst/>
              </a:prstTxWarp>
              <a:spAutoFit/>
            </a:bodyPr>
            <a:lstStyle/>
            <a:p>
              <a:r>
                <a:rPr lang="en-US" altLang="zh-CN" sz="9600" dirty="0">
                  <a:solidFill>
                    <a:schemeClr val="accent3">
                      <a:alpha val="8000"/>
                    </a:schemeClr>
                  </a:solidFill>
                  <a:latin typeface="Impact" panose="020B0806030902050204" pitchFamily="34" charset="0"/>
                  <a:ea typeface="微软雅黑"/>
                </a:rPr>
                <a:t>X</a:t>
              </a:r>
              <a:endParaRPr lang="zh-CN" altLang="en-US" sz="9600" dirty="0">
                <a:solidFill>
                  <a:schemeClr val="accent3">
                    <a:alpha val="8000"/>
                  </a:schemeClr>
                </a:solidFill>
                <a:latin typeface="Impact" panose="020B0806030902050204" pitchFamily="34" charset="0"/>
                <a:ea typeface="微软雅黑"/>
              </a:endParaRPr>
            </a:p>
          </p:txBody>
        </p:sp>
        <p:sp>
          <p:nvSpPr>
            <p:cNvPr id="301" name="文本框 300">
              <a:extLst>
                <a:ext uri="{FF2B5EF4-FFF2-40B4-BE49-F238E27FC236}">
                  <a16:creationId xmlns:a16="http://schemas.microsoft.com/office/drawing/2014/main" id="{E69B77CD-2036-496B-ACCF-70B35A22E513}"/>
                </a:ext>
              </a:extLst>
            </p:cNvPr>
            <p:cNvSpPr txBox="1"/>
            <p:nvPr/>
          </p:nvSpPr>
          <p:spPr>
            <a:xfrm>
              <a:off x="6960096" y="693106"/>
              <a:ext cx="2769328" cy="3321826"/>
            </a:xfrm>
            <a:prstGeom prst="rect">
              <a:avLst/>
            </a:prstGeom>
            <a:noFill/>
          </p:spPr>
          <p:txBody>
            <a:bodyPr wrap="none" rtlCol="0">
              <a:prstTxWarp prst="textPlain">
                <a:avLst/>
              </a:prstTxWarp>
              <a:spAutoFit/>
            </a:bodyPr>
            <a:lstStyle/>
            <a:p>
              <a:r>
                <a:rPr lang="en-US" altLang="zh-CN" sz="9600" dirty="0">
                  <a:solidFill>
                    <a:schemeClr val="accent3">
                      <a:alpha val="8000"/>
                    </a:schemeClr>
                  </a:solidFill>
                  <a:latin typeface="Impact" panose="020B0806030902050204" pitchFamily="34" charset="0"/>
                  <a:ea typeface="微软雅黑"/>
                </a:rPr>
                <a:t>X</a:t>
              </a:r>
              <a:endParaRPr lang="zh-CN" altLang="en-US" sz="9600" dirty="0">
                <a:solidFill>
                  <a:schemeClr val="accent3">
                    <a:alpha val="8000"/>
                  </a:schemeClr>
                </a:solidFill>
                <a:latin typeface="Impact" panose="020B0806030902050204" pitchFamily="34" charset="0"/>
                <a:ea typeface="微软雅黑"/>
              </a:endParaRPr>
            </a:p>
          </p:txBody>
        </p:sp>
      </p:grpSp>
      <p:sp>
        <p:nvSpPr>
          <p:cNvPr id="9801" name="副标题 9800"/>
          <p:cNvSpPr>
            <a:spLocks noGrp="1"/>
          </p:cNvSpPr>
          <p:nvPr userDrawn="1">
            <p:ph type="subTitle" idx="1" hasCustomPrompt="1"/>
          </p:nvPr>
        </p:nvSpPr>
        <p:spPr>
          <a:xfrm>
            <a:off x="3154190" y="5070736"/>
            <a:ext cx="5889354" cy="558799"/>
          </a:xfrm>
        </p:spPr>
        <p:txBody>
          <a:bodyPr vert="horz" lIns="91440" tIns="45720" rIns="91440" bIns="45720" rtlCol="0" anchor="t">
            <a:normAutofit/>
          </a:bodyPr>
          <a:lstStyle>
            <a:lvl1pPr marL="0" indent="0">
              <a:buNone/>
              <a:defRPr kumimoji="0" lang="en-US" b="0" i="1" u="none" strike="noStrike" cap="none" spc="600" normalizeH="0" baseline="0" dirty="0">
                <a:ln>
                  <a:noFill/>
                </a:ln>
                <a:solidFill>
                  <a:schemeClr val="accent2"/>
                </a:solidFill>
                <a:effectLst/>
                <a:uLnTx/>
                <a:uFillTx/>
                <a:latin typeface="Arial"/>
                <a:ea typeface="微软雅黑"/>
              </a:defRPr>
            </a:lvl1pPr>
          </a:lstStyle>
          <a:p>
            <a:pPr marL="228589" marR="0" lvl="0" indent="-228589" fontAlgn="auto">
              <a:spcAft>
                <a:spcPts val="0"/>
              </a:spcAft>
              <a:buClrTx/>
              <a:buSzTx/>
              <a:tabLst/>
            </a:pPr>
            <a:r>
              <a:rPr lang="en-US" dirty="0"/>
              <a:t>CLICK TO EDIT MASTER SUBTITLE STYLE</a:t>
            </a:r>
          </a:p>
        </p:txBody>
      </p:sp>
      <p:sp>
        <p:nvSpPr>
          <p:cNvPr id="9802" name="标题 9801"/>
          <p:cNvSpPr>
            <a:spLocks noGrp="1"/>
          </p:cNvSpPr>
          <p:nvPr userDrawn="1">
            <p:ph type="ctrTitle" hasCustomPrompt="1"/>
          </p:nvPr>
        </p:nvSpPr>
        <p:spPr>
          <a:xfrm>
            <a:off x="3154191" y="3213102"/>
            <a:ext cx="5889354" cy="1671000"/>
          </a:xfrm>
        </p:spPr>
        <p:txBody>
          <a:bodyPr vert="horz" lIns="91440" tIns="45720" rIns="91440" bIns="45720" rtlCol="0" anchor="b">
            <a:noAutofit/>
          </a:bodyPr>
          <a:lstStyle>
            <a:lvl1pPr>
              <a:defRPr kumimoji="0" lang="zh-CN" altLang="en-US" sz="3600" b="0" i="0" u="none" strike="noStrike" cap="none" spc="0" normalizeH="0" baseline="0" dirty="0">
                <a:ln>
                  <a:noFill/>
                </a:ln>
                <a:solidFill>
                  <a:schemeClr val="accent1"/>
                </a:solidFill>
                <a:effectLst/>
                <a:uLnTx/>
                <a:uFillTx/>
                <a:latin typeface="Arial"/>
                <a:ea typeface="微软雅黑"/>
              </a:defRPr>
            </a:lvl1pPr>
          </a:lstStyle>
          <a:p>
            <a:pPr marL="0" marR="0" lvl="0" indent="0" fontAlgn="auto">
              <a:spcAft>
                <a:spcPts val="0"/>
              </a:spcAft>
              <a:buClrTx/>
              <a:buSzTx/>
              <a:buFontTx/>
              <a:tabLst/>
            </a:pPr>
            <a:r>
              <a:rPr lang="en-US" dirty="0"/>
              <a:t>Click to edit Master title style</a:t>
            </a:r>
            <a:endParaRPr lang="zh-CN" altLang="en-US" dirty="0"/>
          </a:p>
        </p:txBody>
      </p:sp>
      <p:sp>
        <p:nvSpPr>
          <p:cNvPr id="12" name="文本占位符 11"/>
          <p:cNvSpPr>
            <a:spLocks noGrp="1"/>
          </p:cNvSpPr>
          <p:nvPr userDrawn="1">
            <p:ph type="body" sz="quarter" idx="10" hasCustomPrompt="1"/>
          </p:nvPr>
        </p:nvSpPr>
        <p:spPr>
          <a:xfrm>
            <a:off x="3154190" y="2018509"/>
            <a:ext cx="4344264" cy="296271"/>
          </a:xfrm>
        </p:spPr>
        <p:txBody>
          <a:bodyPr vert="horz" lIns="91440" tIns="45720" rIns="91440" bIns="45720" rtlCol="0" anchor="ctr">
            <a:noAutofit/>
          </a:bodyPr>
          <a:lstStyle>
            <a:lvl1pPr marL="0" indent="0">
              <a:buNone/>
              <a:defRPr kumimoji="0" lang="en-US" altLang="zh-CN" sz="1600" b="0" i="0" u="none" strike="noStrike" cap="none" spc="0" normalizeH="0" baseline="0" dirty="0">
                <a:ln>
                  <a:noFill/>
                </a:ln>
                <a:solidFill>
                  <a:schemeClr val="accent2"/>
                </a:solidFill>
                <a:effectLst/>
                <a:uLnTx/>
                <a:uFillTx/>
                <a:latin typeface="Arial"/>
                <a:ea typeface="微软雅黑"/>
              </a:defRPr>
            </a:lvl1pPr>
          </a:lstStyle>
          <a:p>
            <a:pPr marL="228589" marR="0" lvl="0" indent="-228589" fontAlgn="auto">
              <a:spcAft>
                <a:spcPts val="0"/>
              </a:spcAft>
              <a:buClrTx/>
              <a:buSzTx/>
              <a:tabLst/>
            </a:pPr>
            <a:r>
              <a:rPr lang="en-US" altLang="zh-CN" dirty="0"/>
              <a:t>Signature</a:t>
            </a:r>
          </a:p>
        </p:txBody>
      </p:sp>
      <p:sp>
        <p:nvSpPr>
          <p:cNvPr id="13" name="文本占位符 12"/>
          <p:cNvSpPr>
            <a:spLocks noGrp="1"/>
          </p:cNvSpPr>
          <p:nvPr userDrawn="1">
            <p:ph type="body" sz="quarter" idx="11" hasCustomPrompt="1"/>
          </p:nvPr>
        </p:nvSpPr>
        <p:spPr>
          <a:xfrm>
            <a:off x="3154191" y="2437801"/>
            <a:ext cx="4344264" cy="296271"/>
          </a:xfrm>
        </p:spPr>
        <p:txBody>
          <a:bodyPr vert="horz" lIns="91440" tIns="45720" rIns="91440" bIns="45720" rtlCol="0" anchor="ctr">
            <a:noAutofit/>
          </a:bodyPr>
          <a:lstStyle>
            <a:lvl1pPr marL="0" indent="0">
              <a:buNone/>
              <a:defRPr kumimoji="0" lang="zh-CN" altLang="en-US" sz="1600" b="0" i="0" u="none" strike="noStrike" cap="none" spc="0" normalizeH="0" baseline="0" dirty="0">
                <a:ln>
                  <a:noFill/>
                </a:ln>
                <a:solidFill>
                  <a:schemeClr val="accent2"/>
                </a:solidFill>
                <a:effectLst/>
                <a:uLnTx/>
                <a:uFillTx/>
                <a:latin typeface="Arial"/>
                <a:ea typeface="微软雅黑"/>
              </a:defRPr>
            </a:lvl1pPr>
          </a:lstStyle>
          <a:p>
            <a:pPr marL="228589" marR="0" lvl="0" indent="-228589" fontAlgn="auto">
              <a:spcAft>
                <a:spcPts val="0"/>
              </a:spcAft>
              <a:buClrTx/>
              <a:buSzTx/>
              <a:tabLst/>
            </a:pPr>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20" name="标题 19"/>
          <p:cNvSpPr>
            <a:spLocks noGrp="1"/>
          </p:cNvSpPr>
          <p:nvPr userDrawn="1">
            <p:ph type="title"/>
          </p:nvPr>
        </p:nvSpPr>
        <p:spPr>
          <a:xfrm>
            <a:off x="5107998" y="2659501"/>
            <a:ext cx="5419185" cy="895350"/>
          </a:xfrm>
        </p:spPr>
        <p:txBody>
          <a:bodyPr anchor="b">
            <a:normAutofit/>
          </a:bodyPr>
          <a:lstStyle>
            <a:lvl1pPr algn="l">
              <a:defRPr sz="2400" b="1">
                <a:solidFill>
                  <a:schemeClr val="accent1"/>
                </a:solidFill>
              </a:defRPr>
            </a:lvl1pPr>
          </a:lstStyle>
          <a:p>
            <a:r>
              <a:rPr lang="en-US" dirty="0"/>
              <a:t>Click to edit Master title style</a:t>
            </a:r>
            <a:endParaRPr lang="zh-CN" altLang="en-US" dirty="0"/>
          </a:p>
        </p:txBody>
      </p:sp>
      <p:sp>
        <p:nvSpPr>
          <p:cNvPr id="21" name="文本占位符 20"/>
          <p:cNvSpPr>
            <a:spLocks noGrp="1"/>
          </p:cNvSpPr>
          <p:nvPr userDrawn="1">
            <p:ph type="body" idx="1"/>
          </p:nvPr>
        </p:nvSpPr>
        <p:spPr>
          <a:xfrm>
            <a:off x="5109114" y="3554851"/>
            <a:ext cx="5419185" cy="1015623"/>
          </a:xfrm>
        </p:spPr>
        <p:txBody>
          <a:bodyPr anchor="t">
            <a:normAutofit/>
          </a:bodyPr>
          <a:lstStyle>
            <a:lvl1pPr marL="0" indent="0" algn="l">
              <a:lnSpc>
                <a:spcPct val="150000"/>
              </a:lnSpc>
              <a:spcBef>
                <a:spcPts val="0"/>
              </a:spcBef>
              <a:buNone/>
              <a:defRPr sz="1100">
                <a:solidFill>
                  <a:schemeClr val="accent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161" name="组合 160">
            <a:extLst>
              <a:ext uri="{FF2B5EF4-FFF2-40B4-BE49-F238E27FC236}">
                <a16:creationId xmlns:a16="http://schemas.microsoft.com/office/drawing/2014/main" id="{79382C5C-8A20-424B-85E9-7914D31B303B}"/>
              </a:ext>
            </a:extLst>
          </p:cNvPr>
          <p:cNvGrpSpPr/>
          <p:nvPr userDrawn="1"/>
        </p:nvGrpSpPr>
        <p:grpSpPr>
          <a:xfrm flipH="1">
            <a:off x="7817591" y="-1485986"/>
            <a:ext cx="5077928" cy="7349150"/>
            <a:chOff x="-421540" y="-898298"/>
            <a:chExt cx="5077928" cy="7349150"/>
          </a:xfrm>
          <a:solidFill>
            <a:schemeClr val="accent1"/>
          </a:solidFill>
        </p:grpSpPr>
        <p:sp>
          <p:nvSpPr>
            <p:cNvPr id="162" name="任意多边形: 形状 161">
              <a:extLst>
                <a:ext uri="{FF2B5EF4-FFF2-40B4-BE49-F238E27FC236}">
                  <a16:creationId xmlns:a16="http://schemas.microsoft.com/office/drawing/2014/main" id="{0819A85E-8E52-4CC4-B7DB-1E7EDCE775CA}"/>
                </a:ext>
              </a:extLst>
            </p:cNvPr>
            <p:cNvSpPr/>
            <p:nvPr/>
          </p:nvSpPr>
          <p:spPr>
            <a:xfrm>
              <a:off x="-421540"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163" name="任意多边形: 形状 162">
              <a:extLst>
                <a:ext uri="{FF2B5EF4-FFF2-40B4-BE49-F238E27FC236}">
                  <a16:creationId xmlns:a16="http://schemas.microsoft.com/office/drawing/2014/main" id="{D88C2A79-E99F-4A14-AD72-917A76AC9B92}"/>
                </a:ext>
              </a:extLst>
            </p:cNvPr>
            <p:cNvSpPr/>
            <p:nvPr/>
          </p:nvSpPr>
          <p:spPr>
            <a:xfrm>
              <a:off x="-421540"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172" name="任意多边形: 形状 171">
              <a:extLst>
                <a:ext uri="{FF2B5EF4-FFF2-40B4-BE49-F238E27FC236}">
                  <a16:creationId xmlns:a16="http://schemas.microsoft.com/office/drawing/2014/main" id="{9ECC25A8-E7BD-4C0E-8122-14667C411843}"/>
                </a:ext>
              </a:extLst>
            </p:cNvPr>
            <p:cNvSpPr/>
            <p:nvPr/>
          </p:nvSpPr>
          <p:spPr>
            <a:xfrm>
              <a:off x="-421540"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173" name="任意多边形: 形状 172">
              <a:extLst>
                <a:ext uri="{FF2B5EF4-FFF2-40B4-BE49-F238E27FC236}">
                  <a16:creationId xmlns:a16="http://schemas.microsoft.com/office/drawing/2014/main" id="{3BA2FBED-08E1-4A47-9B8A-74238B834A7B}"/>
                </a:ext>
              </a:extLst>
            </p:cNvPr>
            <p:cNvSpPr/>
            <p:nvPr/>
          </p:nvSpPr>
          <p:spPr>
            <a:xfrm>
              <a:off x="-421540"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174" name="任意多边形: 形状 173">
              <a:extLst>
                <a:ext uri="{FF2B5EF4-FFF2-40B4-BE49-F238E27FC236}">
                  <a16:creationId xmlns:a16="http://schemas.microsoft.com/office/drawing/2014/main" id="{C308BEB7-E632-4BF3-8932-ACF588987B1C}"/>
                </a:ext>
              </a:extLst>
            </p:cNvPr>
            <p:cNvSpPr/>
            <p:nvPr/>
          </p:nvSpPr>
          <p:spPr>
            <a:xfrm>
              <a:off x="-421540"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175" name="任意多边形: 形状 174">
              <a:extLst>
                <a:ext uri="{FF2B5EF4-FFF2-40B4-BE49-F238E27FC236}">
                  <a16:creationId xmlns:a16="http://schemas.microsoft.com/office/drawing/2014/main" id="{4634D669-09FB-470E-B98F-D7E48409B147}"/>
                </a:ext>
              </a:extLst>
            </p:cNvPr>
            <p:cNvSpPr/>
            <p:nvPr/>
          </p:nvSpPr>
          <p:spPr>
            <a:xfrm>
              <a:off x="-421540"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rgbClr val="D9EEF1"/>
            </a:solidFill>
            <a:ln w="15134" cap="flat">
              <a:noFill/>
              <a:prstDash val="solid"/>
              <a:miter/>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1A6B6D62-3683-4EBC-ADAF-22F89EBF3013}"/>
                </a:ext>
              </a:extLst>
            </p:cNvPr>
            <p:cNvSpPr/>
            <p:nvPr/>
          </p:nvSpPr>
          <p:spPr>
            <a:xfrm>
              <a:off x="-421540"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1"/>
            </a:solidFill>
            <a:ln w="15134" cap="flat">
              <a:noFill/>
              <a:prstDash val="solid"/>
              <a:miter/>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26B461E9-9EF3-4106-A910-72CF0A832858}"/>
                </a:ext>
              </a:extLst>
            </p:cNvPr>
            <p:cNvSpPr/>
            <p:nvPr/>
          </p:nvSpPr>
          <p:spPr>
            <a:xfrm>
              <a:off x="-421540"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178" name="任意多边形: 形状 177">
              <a:extLst>
                <a:ext uri="{FF2B5EF4-FFF2-40B4-BE49-F238E27FC236}">
                  <a16:creationId xmlns:a16="http://schemas.microsoft.com/office/drawing/2014/main" id="{A1511F13-B7BF-4802-A40E-314C17848DA1}"/>
                </a:ext>
              </a:extLst>
            </p:cNvPr>
            <p:cNvSpPr/>
            <p:nvPr/>
          </p:nvSpPr>
          <p:spPr>
            <a:xfrm>
              <a:off x="-421540"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1"/>
            </a:solidFill>
            <a:ln w="15134" cap="flat">
              <a:noFill/>
              <a:prstDash val="solid"/>
              <a:miter/>
            </a:ln>
          </p:spPr>
          <p:txBody>
            <a:bodyPr rtlCol="0" anchor="ctr"/>
            <a:lstStyle/>
            <a:p>
              <a:endParaRPr lang="zh-CN" altLang="en-US"/>
            </a:p>
          </p:txBody>
        </p:sp>
        <p:sp>
          <p:nvSpPr>
            <p:cNvPr id="179" name="任意多边形: 形状 178">
              <a:extLst>
                <a:ext uri="{FF2B5EF4-FFF2-40B4-BE49-F238E27FC236}">
                  <a16:creationId xmlns:a16="http://schemas.microsoft.com/office/drawing/2014/main" id="{C4C7A4EC-B4B9-4F03-9B04-69D9093830AA}"/>
                </a:ext>
              </a:extLst>
            </p:cNvPr>
            <p:cNvSpPr/>
            <p:nvPr/>
          </p:nvSpPr>
          <p:spPr>
            <a:xfrm>
              <a:off x="-421540"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180" name="任意多边形: 形状 179">
              <a:extLst>
                <a:ext uri="{FF2B5EF4-FFF2-40B4-BE49-F238E27FC236}">
                  <a16:creationId xmlns:a16="http://schemas.microsoft.com/office/drawing/2014/main" id="{48AB6CDF-E73B-4F21-BBEF-2F7D26F6AB80}"/>
                </a:ext>
              </a:extLst>
            </p:cNvPr>
            <p:cNvSpPr/>
            <p:nvPr/>
          </p:nvSpPr>
          <p:spPr>
            <a:xfrm>
              <a:off x="213409"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181" name="任意多边形: 形状 180">
              <a:extLst>
                <a:ext uri="{FF2B5EF4-FFF2-40B4-BE49-F238E27FC236}">
                  <a16:creationId xmlns:a16="http://schemas.microsoft.com/office/drawing/2014/main" id="{A953B9B8-DCEA-4EA6-861D-4983930A0A5F}"/>
                </a:ext>
              </a:extLst>
            </p:cNvPr>
            <p:cNvSpPr/>
            <p:nvPr/>
          </p:nvSpPr>
          <p:spPr>
            <a:xfrm>
              <a:off x="213409"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182" name="任意多边形: 形状 181">
              <a:extLst>
                <a:ext uri="{FF2B5EF4-FFF2-40B4-BE49-F238E27FC236}">
                  <a16:creationId xmlns:a16="http://schemas.microsoft.com/office/drawing/2014/main" id="{49C45687-84B5-4EBB-95F6-63F299F2D85C}"/>
                </a:ext>
              </a:extLst>
            </p:cNvPr>
            <p:cNvSpPr/>
            <p:nvPr/>
          </p:nvSpPr>
          <p:spPr>
            <a:xfrm>
              <a:off x="213409"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183" name="任意多边形: 形状 182">
              <a:extLst>
                <a:ext uri="{FF2B5EF4-FFF2-40B4-BE49-F238E27FC236}">
                  <a16:creationId xmlns:a16="http://schemas.microsoft.com/office/drawing/2014/main" id="{39897479-0974-4584-96C4-0CF3AC3BAB73}"/>
                </a:ext>
              </a:extLst>
            </p:cNvPr>
            <p:cNvSpPr/>
            <p:nvPr/>
          </p:nvSpPr>
          <p:spPr>
            <a:xfrm>
              <a:off x="213409"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184" name="任意多边形: 形状 183">
              <a:extLst>
                <a:ext uri="{FF2B5EF4-FFF2-40B4-BE49-F238E27FC236}">
                  <a16:creationId xmlns:a16="http://schemas.microsoft.com/office/drawing/2014/main" id="{C9B52B5C-D38D-45D8-8BA6-6CAA9985410B}"/>
                </a:ext>
              </a:extLst>
            </p:cNvPr>
            <p:cNvSpPr/>
            <p:nvPr/>
          </p:nvSpPr>
          <p:spPr>
            <a:xfrm>
              <a:off x="213409" y="5701903"/>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C570CC29-6862-443E-9127-E7EB45464AAF}"/>
                </a:ext>
              </a:extLst>
            </p:cNvPr>
            <p:cNvSpPr/>
            <p:nvPr/>
          </p:nvSpPr>
          <p:spPr>
            <a:xfrm>
              <a:off x="213409" y="24996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186" name="任意多边形: 形状 185">
              <a:extLst>
                <a:ext uri="{FF2B5EF4-FFF2-40B4-BE49-F238E27FC236}">
                  <a16:creationId xmlns:a16="http://schemas.microsoft.com/office/drawing/2014/main" id="{6BCF6B9C-6ECB-43FA-8D9E-6AEBF9D5E11C}"/>
                </a:ext>
              </a:extLst>
            </p:cNvPr>
            <p:cNvSpPr/>
            <p:nvPr/>
          </p:nvSpPr>
          <p:spPr>
            <a:xfrm>
              <a:off x="213409"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187" name="任意多边形: 形状 186">
              <a:extLst>
                <a:ext uri="{FF2B5EF4-FFF2-40B4-BE49-F238E27FC236}">
                  <a16:creationId xmlns:a16="http://schemas.microsoft.com/office/drawing/2014/main" id="{879F767E-3431-4721-90A0-CE7A40FC006B}"/>
                </a:ext>
              </a:extLst>
            </p:cNvPr>
            <p:cNvSpPr/>
            <p:nvPr/>
          </p:nvSpPr>
          <p:spPr>
            <a:xfrm>
              <a:off x="213409"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188" name="任意多边形: 形状 187">
              <a:extLst>
                <a:ext uri="{FF2B5EF4-FFF2-40B4-BE49-F238E27FC236}">
                  <a16:creationId xmlns:a16="http://schemas.microsoft.com/office/drawing/2014/main" id="{04C875B3-7274-4F99-A0E1-126551F6EB0E}"/>
                </a:ext>
              </a:extLst>
            </p:cNvPr>
            <p:cNvSpPr/>
            <p:nvPr/>
          </p:nvSpPr>
          <p:spPr>
            <a:xfrm>
              <a:off x="213409"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189" name="任意多边形: 形状 188">
              <a:extLst>
                <a:ext uri="{FF2B5EF4-FFF2-40B4-BE49-F238E27FC236}">
                  <a16:creationId xmlns:a16="http://schemas.microsoft.com/office/drawing/2014/main" id="{BB6FC5C1-D0E4-43E7-B524-A675EA81EDFE}"/>
                </a:ext>
              </a:extLst>
            </p:cNvPr>
            <p:cNvSpPr/>
            <p:nvPr/>
          </p:nvSpPr>
          <p:spPr>
            <a:xfrm>
              <a:off x="213409"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190" name="任意多边形: 形状 189">
              <a:extLst>
                <a:ext uri="{FF2B5EF4-FFF2-40B4-BE49-F238E27FC236}">
                  <a16:creationId xmlns:a16="http://schemas.microsoft.com/office/drawing/2014/main" id="{9A3148EA-6086-4429-960E-F4BD926A5E52}"/>
                </a:ext>
              </a:extLst>
            </p:cNvPr>
            <p:cNvSpPr/>
            <p:nvPr/>
          </p:nvSpPr>
          <p:spPr>
            <a:xfrm>
              <a:off x="213409"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3174E5F5-69ED-4B6C-9BB4-D5C4505A782A}"/>
                </a:ext>
              </a:extLst>
            </p:cNvPr>
            <p:cNvSpPr/>
            <p:nvPr/>
          </p:nvSpPr>
          <p:spPr>
            <a:xfrm>
              <a:off x="847904"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192" name="任意多边形: 形状 191">
              <a:extLst>
                <a:ext uri="{FF2B5EF4-FFF2-40B4-BE49-F238E27FC236}">
                  <a16:creationId xmlns:a16="http://schemas.microsoft.com/office/drawing/2014/main" id="{1E536746-39E2-4266-A6F9-3F72EC2AFD59}"/>
                </a:ext>
              </a:extLst>
            </p:cNvPr>
            <p:cNvSpPr/>
            <p:nvPr/>
          </p:nvSpPr>
          <p:spPr>
            <a:xfrm>
              <a:off x="847904"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EFF8FC"/>
            </a:solidFill>
            <a:ln w="15134" cap="flat">
              <a:noFill/>
              <a:prstDash val="solid"/>
              <a:miter/>
            </a:ln>
          </p:spPr>
          <p:txBody>
            <a:bodyPr rtlCol="0" anchor="ctr"/>
            <a:lstStyle/>
            <a:p>
              <a:endParaRPr lang="zh-CN" altLang="en-US"/>
            </a:p>
          </p:txBody>
        </p:sp>
        <p:sp>
          <p:nvSpPr>
            <p:cNvPr id="193" name="任意多边形: 形状 192">
              <a:extLst>
                <a:ext uri="{FF2B5EF4-FFF2-40B4-BE49-F238E27FC236}">
                  <a16:creationId xmlns:a16="http://schemas.microsoft.com/office/drawing/2014/main" id="{8AD36581-995F-429C-AB5C-150DD252AF7D}"/>
                </a:ext>
              </a:extLst>
            </p:cNvPr>
            <p:cNvSpPr/>
            <p:nvPr/>
          </p:nvSpPr>
          <p:spPr>
            <a:xfrm>
              <a:off x="847904"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lumMod val="20000"/>
                <a:lumOff val="80000"/>
              </a:schemeClr>
            </a:solidFill>
            <a:ln w="15134" cap="flat">
              <a:noFill/>
              <a:prstDash val="solid"/>
              <a:miter/>
            </a:ln>
          </p:spPr>
          <p:txBody>
            <a:bodyPr rtlCol="0" anchor="ctr"/>
            <a:lstStyle/>
            <a:p>
              <a:endParaRPr lang="zh-CN" altLang="en-US"/>
            </a:p>
          </p:txBody>
        </p:sp>
        <p:sp>
          <p:nvSpPr>
            <p:cNvPr id="194" name="任意多边形: 形状 193">
              <a:extLst>
                <a:ext uri="{FF2B5EF4-FFF2-40B4-BE49-F238E27FC236}">
                  <a16:creationId xmlns:a16="http://schemas.microsoft.com/office/drawing/2014/main" id="{A8CED15D-9036-4871-96CE-6F6E1EC9B1E3}"/>
                </a:ext>
              </a:extLst>
            </p:cNvPr>
            <p:cNvSpPr/>
            <p:nvPr/>
          </p:nvSpPr>
          <p:spPr>
            <a:xfrm>
              <a:off x="847904"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195" name="任意多边形: 形状 194">
              <a:extLst>
                <a:ext uri="{FF2B5EF4-FFF2-40B4-BE49-F238E27FC236}">
                  <a16:creationId xmlns:a16="http://schemas.microsoft.com/office/drawing/2014/main" id="{A05A9C9A-C3D3-4C7E-A6BE-AC7C2DED1C4A}"/>
                </a:ext>
              </a:extLst>
            </p:cNvPr>
            <p:cNvSpPr/>
            <p:nvPr/>
          </p:nvSpPr>
          <p:spPr>
            <a:xfrm>
              <a:off x="847904"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196" name="任意多边形: 形状 195">
              <a:extLst>
                <a:ext uri="{FF2B5EF4-FFF2-40B4-BE49-F238E27FC236}">
                  <a16:creationId xmlns:a16="http://schemas.microsoft.com/office/drawing/2014/main" id="{5303C64A-08B2-4227-A86C-C301CE0D05FA}"/>
                </a:ext>
              </a:extLst>
            </p:cNvPr>
            <p:cNvSpPr/>
            <p:nvPr/>
          </p:nvSpPr>
          <p:spPr>
            <a:xfrm>
              <a:off x="847904"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4"/>
            </a:solidFill>
            <a:ln w="15134" cap="flat">
              <a:noFill/>
              <a:prstDash val="solid"/>
              <a:miter/>
            </a:ln>
          </p:spPr>
          <p:txBody>
            <a:bodyPr rtlCol="0" anchor="ctr"/>
            <a:lstStyle/>
            <a:p>
              <a:endParaRPr lang="zh-CN" altLang="en-US"/>
            </a:p>
          </p:txBody>
        </p:sp>
        <p:sp>
          <p:nvSpPr>
            <p:cNvPr id="197" name="任意多边形: 形状 196">
              <a:extLst>
                <a:ext uri="{FF2B5EF4-FFF2-40B4-BE49-F238E27FC236}">
                  <a16:creationId xmlns:a16="http://schemas.microsoft.com/office/drawing/2014/main" id="{1C3BA277-A38C-4546-A994-45A38EF394DD}"/>
                </a:ext>
              </a:extLst>
            </p:cNvPr>
            <p:cNvSpPr/>
            <p:nvPr/>
          </p:nvSpPr>
          <p:spPr>
            <a:xfrm>
              <a:off x="847904"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2"/>
            </a:solidFill>
            <a:ln w="15134" cap="flat">
              <a:noFill/>
              <a:prstDash val="solid"/>
              <a:miter/>
            </a:ln>
          </p:spPr>
          <p:txBody>
            <a:bodyPr rtlCol="0" anchor="ctr"/>
            <a:lstStyle/>
            <a:p>
              <a:endParaRPr lang="zh-CN" altLang="en-US"/>
            </a:p>
          </p:txBody>
        </p:sp>
        <p:sp>
          <p:nvSpPr>
            <p:cNvPr id="198" name="任意多边形: 形状 197">
              <a:extLst>
                <a:ext uri="{FF2B5EF4-FFF2-40B4-BE49-F238E27FC236}">
                  <a16:creationId xmlns:a16="http://schemas.microsoft.com/office/drawing/2014/main" id="{7497ABBE-6E1C-487A-95DB-2361B4BBCE25}"/>
                </a:ext>
              </a:extLst>
            </p:cNvPr>
            <p:cNvSpPr/>
            <p:nvPr/>
          </p:nvSpPr>
          <p:spPr>
            <a:xfrm>
              <a:off x="847904"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199" name="任意多边形: 形状 198">
              <a:extLst>
                <a:ext uri="{FF2B5EF4-FFF2-40B4-BE49-F238E27FC236}">
                  <a16:creationId xmlns:a16="http://schemas.microsoft.com/office/drawing/2014/main" id="{D72372A3-5E88-48F8-AF56-7D1A485AF6A9}"/>
                </a:ext>
              </a:extLst>
            </p:cNvPr>
            <p:cNvSpPr/>
            <p:nvPr/>
          </p:nvSpPr>
          <p:spPr>
            <a:xfrm>
              <a:off x="847904"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00" name="任意多边形: 形状 199">
              <a:extLst>
                <a:ext uri="{FF2B5EF4-FFF2-40B4-BE49-F238E27FC236}">
                  <a16:creationId xmlns:a16="http://schemas.microsoft.com/office/drawing/2014/main" id="{C5622999-B198-4E1B-ABFA-2C9315E7706D}"/>
                </a:ext>
              </a:extLst>
            </p:cNvPr>
            <p:cNvSpPr/>
            <p:nvPr/>
          </p:nvSpPr>
          <p:spPr>
            <a:xfrm>
              <a:off x="847904"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01" name="任意多边形: 形状 200">
              <a:extLst>
                <a:ext uri="{FF2B5EF4-FFF2-40B4-BE49-F238E27FC236}">
                  <a16:creationId xmlns:a16="http://schemas.microsoft.com/office/drawing/2014/main" id="{2DF5EA19-753B-43DE-9345-1FDC27E59D61}"/>
                </a:ext>
              </a:extLst>
            </p:cNvPr>
            <p:cNvSpPr/>
            <p:nvPr/>
          </p:nvSpPr>
          <p:spPr>
            <a:xfrm>
              <a:off x="1483004"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C8E7F1"/>
            </a:solidFill>
            <a:ln w="15134" cap="flat">
              <a:noFill/>
              <a:prstDash val="solid"/>
              <a:miter/>
            </a:ln>
          </p:spPr>
          <p:txBody>
            <a:bodyPr rtlCol="0" anchor="ctr"/>
            <a:lstStyle/>
            <a:p>
              <a:endParaRPr lang="zh-CN" altLang="en-US"/>
            </a:p>
          </p:txBody>
        </p:sp>
        <p:sp>
          <p:nvSpPr>
            <p:cNvPr id="202" name="任意多边形: 形状 201">
              <a:extLst>
                <a:ext uri="{FF2B5EF4-FFF2-40B4-BE49-F238E27FC236}">
                  <a16:creationId xmlns:a16="http://schemas.microsoft.com/office/drawing/2014/main" id="{7645036A-5DC9-4A54-8DF9-69A2E5452E04}"/>
                </a:ext>
              </a:extLst>
            </p:cNvPr>
            <p:cNvSpPr/>
            <p:nvPr/>
          </p:nvSpPr>
          <p:spPr>
            <a:xfrm>
              <a:off x="1483004"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03" name="任意多边形: 形状 202">
              <a:extLst>
                <a:ext uri="{FF2B5EF4-FFF2-40B4-BE49-F238E27FC236}">
                  <a16:creationId xmlns:a16="http://schemas.microsoft.com/office/drawing/2014/main" id="{3C99E4DC-DD7C-4687-8642-A95D0A1E80D9}"/>
                </a:ext>
              </a:extLst>
            </p:cNvPr>
            <p:cNvSpPr/>
            <p:nvPr/>
          </p:nvSpPr>
          <p:spPr>
            <a:xfrm>
              <a:off x="1483004"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04" name="任意多边形: 形状 203">
              <a:extLst>
                <a:ext uri="{FF2B5EF4-FFF2-40B4-BE49-F238E27FC236}">
                  <a16:creationId xmlns:a16="http://schemas.microsoft.com/office/drawing/2014/main" id="{786F3A2A-9B5D-4216-A738-6585AAFB918F}"/>
                </a:ext>
              </a:extLst>
            </p:cNvPr>
            <p:cNvSpPr/>
            <p:nvPr/>
          </p:nvSpPr>
          <p:spPr>
            <a:xfrm>
              <a:off x="1483004"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05" name="任意多边形: 形状 204">
              <a:extLst>
                <a:ext uri="{FF2B5EF4-FFF2-40B4-BE49-F238E27FC236}">
                  <a16:creationId xmlns:a16="http://schemas.microsoft.com/office/drawing/2014/main" id="{D9B5E75B-F616-49D4-9D28-89843CA7DE17}"/>
                </a:ext>
              </a:extLst>
            </p:cNvPr>
            <p:cNvSpPr/>
            <p:nvPr/>
          </p:nvSpPr>
          <p:spPr>
            <a:xfrm>
              <a:off x="1483004"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06" name="任意多边形: 形状 205">
              <a:extLst>
                <a:ext uri="{FF2B5EF4-FFF2-40B4-BE49-F238E27FC236}">
                  <a16:creationId xmlns:a16="http://schemas.microsoft.com/office/drawing/2014/main" id="{96EA70FF-2256-48F2-9D5D-4C8859A00AC9}"/>
                </a:ext>
              </a:extLst>
            </p:cNvPr>
            <p:cNvSpPr/>
            <p:nvPr/>
          </p:nvSpPr>
          <p:spPr>
            <a:xfrm>
              <a:off x="1483004"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207" name="任意多边形: 形状 206">
              <a:extLst>
                <a:ext uri="{FF2B5EF4-FFF2-40B4-BE49-F238E27FC236}">
                  <a16:creationId xmlns:a16="http://schemas.microsoft.com/office/drawing/2014/main" id="{1340320E-262F-48D7-9724-F1FFF6A3B6D8}"/>
                </a:ext>
              </a:extLst>
            </p:cNvPr>
            <p:cNvSpPr/>
            <p:nvPr/>
          </p:nvSpPr>
          <p:spPr>
            <a:xfrm>
              <a:off x="1483004"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08" name="任意多边形: 形状 207">
              <a:extLst>
                <a:ext uri="{FF2B5EF4-FFF2-40B4-BE49-F238E27FC236}">
                  <a16:creationId xmlns:a16="http://schemas.microsoft.com/office/drawing/2014/main" id="{697EA808-1532-4A57-A5F5-B99A72C5DBFE}"/>
                </a:ext>
              </a:extLst>
            </p:cNvPr>
            <p:cNvSpPr/>
            <p:nvPr/>
          </p:nvSpPr>
          <p:spPr>
            <a:xfrm>
              <a:off x="1483004"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09" name="任意多边形: 形状 208">
              <a:extLst>
                <a:ext uri="{FF2B5EF4-FFF2-40B4-BE49-F238E27FC236}">
                  <a16:creationId xmlns:a16="http://schemas.microsoft.com/office/drawing/2014/main" id="{7647A2B2-A1F2-41C1-A44F-139150FE8705}"/>
                </a:ext>
              </a:extLst>
            </p:cNvPr>
            <p:cNvSpPr/>
            <p:nvPr/>
          </p:nvSpPr>
          <p:spPr>
            <a:xfrm>
              <a:off x="1483004"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10" name="任意多边形: 形状 209">
              <a:extLst>
                <a:ext uri="{FF2B5EF4-FFF2-40B4-BE49-F238E27FC236}">
                  <a16:creationId xmlns:a16="http://schemas.microsoft.com/office/drawing/2014/main" id="{98345487-CCF1-4686-9235-483DE16BD929}"/>
                </a:ext>
              </a:extLst>
            </p:cNvPr>
            <p:cNvSpPr/>
            <p:nvPr/>
          </p:nvSpPr>
          <p:spPr>
            <a:xfrm>
              <a:off x="2117499" y="-131332"/>
              <a:ext cx="634494" cy="749100"/>
            </a:xfrm>
            <a:custGeom>
              <a:avLst/>
              <a:gdLst>
                <a:gd name="connsiteX0" fmla="*/ 0 w 634494"/>
                <a:gd name="connsiteY0" fmla="*/ 0 h 749100"/>
                <a:gd name="connsiteX1" fmla="*/ 0 w 634494"/>
                <a:gd name="connsiteY1" fmla="*/ 749101 h 749100"/>
                <a:gd name="connsiteX2" fmla="*/ 634495 w 634494"/>
                <a:gd name="connsiteY2" fmla="*/ 365012 h 749100"/>
              </a:gdLst>
              <a:ahLst/>
              <a:cxnLst>
                <a:cxn ang="0">
                  <a:pos x="connsiteX0" y="connsiteY0"/>
                </a:cxn>
                <a:cxn ang="0">
                  <a:pos x="connsiteX1" y="connsiteY1"/>
                </a:cxn>
                <a:cxn ang="0">
                  <a:pos x="connsiteX2" y="connsiteY2"/>
                </a:cxn>
              </a:cxnLst>
              <a:rect l="l" t="t" r="r" b="b"/>
              <a:pathLst>
                <a:path w="634494" h="749100">
                  <a:moveTo>
                    <a:pt x="0" y="0"/>
                  </a:moveTo>
                  <a:lnTo>
                    <a:pt x="0" y="749101"/>
                  </a:lnTo>
                  <a:lnTo>
                    <a:pt x="634495" y="365012"/>
                  </a:lnTo>
                  <a:close/>
                </a:path>
              </a:pathLst>
            </a:custGeom>
            <a:solidFill>
              <a:schemeClr val="accent4"/>
            </a:solidFill>
            <a:ln w="15134" cap="flat">
              <a:noFill/>
              <a:prstDash val="solid"/>
              <a:miter/>
            </a:ln>
          </p:spPr>
          <p:txBody>
            <a:bodyPr rtlCol="0" anchor="ctr"/>
            <a:lstStyle/>
            <a:p>
              <a:endParaRPr lang="zh-CN" altLang="en-US"/>
            </a:p>
          </p:txBody>
        </p:sp>
        <p:sp>
          <p:nvSpPr>
            <p:cNvPr id="211" name="任意多边形: 形状 210">
              <a:extLst>
                <a:ext uri="{FF2B5EF4-FFF2-40B4-BE49-F238E27FC236}">
                  <a16:creationId xmlns:a16="http://schemas.microsoft.com/office/drawing/2014/main" id="{9FACC87A-ABA8-43B5-8300-2DB69ABC4DF0}"/>
                </a:ext>
              </a:extLst>
            </p:cNvPr>
            <p:cNvSpPr/>
            <p:nvPr/>
          </p:nvSpPr>
          <p:spPr>
            <a:xfrm>
              <a:off x="2117499" y="233679"/>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12" name="任意多边形: 形状 211">
              <a:extLst>
                <a:ext uri="{FF2B5EF4-FFF2-40B4-BE49-F238E27FC236}">
                  <a16:creationId xmlns:a16="http://schemas.microsoft.com/office/drawing/2014/main" id="{9C56613F-E2B9-4BC6-80E3-F24D2CEBC0A2}"/>
                </a:ext>
              </a:extLst>
            </p:cNvPr>
            <p:cNvSpPr/>
            <p:nvPr/>
          </p:nvSpPr>
          <p:spPr>
            <a:xfrm>
              <a:off x="2117499" y="-515420"/>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213" name="任意多边形: 形状 212">
              <a:extLst>
                <a:ext uri="{FF2B5EF4-FFF2-40B4-BE49-F238E27FC236}">
                  <a16:creationId xmlns:a16="http://schemas.microsoft.com/office/drawing/2014/main" id="{6E13A8FE-1B51-411F-BBC3-9C981EF80F78}"/>
                </a:ext>
              </a:extLst>
            </p:cNvPr>
            <p:cNvSpPr/>
            <p:nvPr/>
          </p:nvSpPr>
          <p:spPr>
            <a:xfrm>
              <a:off x="2752448"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14" name="任意多边形: 形状 213">
              <a:extLst>
                <a:ext uri="{FF2B5EF4-FFF2-40B4-BE49-F238E27FC236}">
                  <a16:creationId xmlns:a16="http://schemas.microsoft.com/office/drawing/2014/main" id="{60FD54F9-0F0F-4A05-8126-D1049B71690A}"/>
                </a:ext>
              </a:extLst>
            </p:cNvPr>
            <p:cNvSpPr/>
            <p:nvPr/>
          </p:nvSpPr>
          <p:spPr>
            <a:xfrm>
              <a:off x="2752448"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15" name="任意多边形: 形状 214">
              <a:extLst>
                <a:ext uri="{FF2B5EF4-FFF2-40B4-BE49-F238E27FC236}">
                  <a16:creationId xmlns:a16="http://schemas.microsoft.com/office/drawing/2014/main" id="{0FAF6569-851E-41CB-B114-E802A832BC80}"/>
                </a:ext>
              </a:extLst>
            </p:cNvPr>
            <p:cNvSpPr/>
            <p:nvPr/>
          </p:nvSpPr>
          <p:spPr>
            <a:xfrm>
              <a:off x="2752448" y="161984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216" name="任意多边形: 形状 215">
              <a:extLst>
                <a:ext uri="{FF2B5EF4-FFF2-40B4-BE49-F238E27FC236}">
                  <a16:creationId xmlns:a16="http://schemas.microsoft.com/office/drawing/2014/main" id="{CB6C1652-62BD-40D5-9103-EF93B027A0F9}"/>
                </a:ext>
              </a:extLst>
            </p:cNvPr>
            <p:cNvSpPr/>
            <p:nvPr/>
          </p:nvSpPr>
          <p:spPr>
            <a:xfrm>
              <a:off x="2752448"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17" name="任意多边形: 形状 216">
              <a:extLst>
                <a:ext uri="{FF2B5EF4-FFF2-40B4-BE49-F238E27FC236}">
                  <a16:creationId xmlns:a16="http://schemas.microsoft.com/office/drawing/2014/main" id="{378FF4DF-FCF3-4DDE-B068-78B4EC0FC38D}"/>
                </a:ext>
              </a:extLst>
            </p:cNvPr>
            <p:cNvSpPr/>
            <p:nvPr/>
          </p:nvSpPr>
          <p:spPr>
            <a:xfrm>
              <a:off x="2752448"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18" name="任意多边形: 形状 217">
              <a:extLst>
                <a:ext uri="{FF2B5EF4-FFF2-40B4-BE49-F238E27FC236}">
                  <a16:creationId xmlns:a16="http://schemas.microsoft.com/office/drawing/2014/main" id="{DFE2FDC2-6A76-44D7-BCA2-3DF0CF22E853}"/>
                </a:ext>
              </a:extLst>
            </p:cNvPr>
            <p:cNvSpPr/>
            <p:nvPr/>
          </p:nvSpPr>
          <p:spPr>
            <a:xfrm>
              <a:off x="3386943" y="-131332"/>
              <a:ext cx="634495" cy="749100"/>
            </a:xfrm>
            <a:custGeom>
              <a:avLst/>
              <a:gdLst>
                <a:gd name="connsiteX0" fmla="*/ 0 w 634495"/>
                <a:gd name="connsiteY0" fmla="*/ 0 h 749100"/>
                <a:gd name="connsiteX1" fmla="*/ 0 w 634495"/>
                <a:gd name="connsiteY1" fmla="*/ 749101 h 749100"/>
                <a:gd name="connsiteX2" fmla="*/ 634495 w 634495"/>
                <a:gd name="connsiteY2" fmla="*/ 365012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2"/>
                  </a:lnTo>
                  <a:close/>
                </a:path>
              </a:pathLst>
            </a:custGeom>
            <a:solidFill>
              <a:schemeClr val="accent1"/>
            </a:solidFill>
            <a:ln w="15134" cap="flat">
              <a:noFill/>
              <a:prstDash val="solid"/>
              <a:miter/>
            </a:ln>
          </p:spPr>
          <p:txBody>
            <a:bodyPr rtlCol="0" anchor="ctr"/>
            <a:lstStyle/>
            <a:p>
              <a:endParaRPr lang="zh-CN" altLang="en-US"/>
            </a:p>
          </p:txBody>
        </p:sp>
        <p:sp>
          <p:nvSpPr>
            <p:cNvPr id="219" name="任意多边形: 形状 218">
              <a:extLst>
                <a:ext uri="{FF2B5EF4-FFF2-40B4-BE49-F238E27FC236}">
                  <a16:creationId xmlns:a16="http://schemas.microsoft.com/office/drawing/2014/main" id="{8D37E2E6-701B-4824-8B63-AD9810AA3093}"/>
                </a:ext>
              </a:extLst>
            </p:cNvPr>
            <p:cNvSpPr/>
            <p:nvPr/>
          </p:nvSpPr>
          <p:spPr>
            <a:xfrm>
              <a:off x="3386943" y="23367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20" name="任意多边形: 形状 219">
              <a:extLst>
                <a:ext uri="{FF2B5EF4-FFF2-40B4-BE49-F238E27FC236}">
                  <a16:creationId xmlns:a16="http://schemas.microsoft.com/office/drawing/2014/main" id="{753EE8D4-9C2D-43A3-AC8D-D359FB6CE6FA}"/>
                </a:ext>
              </a:extLst>
            </p:cNvPr>
            <p:cNvSpPr/>
            <p:nvPr/>
          </p:nvSpPr>
          <p:spPr>
            <a:xfrm>
              <a:off x="3386943" y="-515420"/>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21" name="任意多边形: 形状 220">
              <a:extLst>
                <a:ext uri="{FF2B5EF4-FFF2-40B4-BE49-F238E27FC236}">
                  <a16:creationId xmlns:a16="http://schemas.microsoft.com/office/drawing/2014/main" id="{14197B19-BD41-4621-BC08-DC339CA3A0B5}"/>
                </a:ext>
              </a:extLst>
            </p:cNvPr>
            <p:cNvSpPr/>
            <p:nvPr/>
          </p:nvSpPr>
          <p:spPr>
            <a:xfrm>
              <a:off x="4021893"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222" name="任意多边形: 形状 221">
              <a:extLst>
                <a:ext uri="{FF2B5EF4-FFF2-40B4-BE49-F238E27FC236}">
                  <a16:creationId xmlns:a16="http://schemas.microsoft.com/office/drawing/2014/main" id="{0BEA0148-4D75-4027-9965-C1BD3C0E2867}"/>
                </a:ext>
              </a:extLst>
            </p:cNvPr>
            <p:cNvSpPr/>
            <p:nvPr/>
          </p:nvSpPr>
          <p:spPr>
            <a:xfrm>
              <a:off x="4021893"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23" name="任意多边形: 形状 222">
              <a:extLst>
                <a:ext uri="{FF2B5EF4-FFF2-40B4-BE49-F238E27FC236}">
                  <a16:creationId xmlns:a16="http://schemas.microsoft.com/office/drawing/2014/main" id="{003E4CA9-E9DE-4F27-A4A8-BAB052B570D0}"/>
                </a:ext>
              </a:extLst>
            </p:cNvPr>
            <p:cNvSpPr/>
            <p:nvPr/>
          </p:nvSpPr>
          <p:spPr>
            <a:xfrm>
              <a:off x="4021893"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224" name="任意多边形: 形状 223">
              <a:extLst>
                <a:ext uri="{FF2B5EF4-FFF2-40B4-BE49-F238E27FC236}">
                  <a16:creationId xmlns:a16="http://schemas.microsoft.com/office/drawing/2014/main" id="{B40693E9-A5C0-41FD-9AC1-8AE5F4B673C2}"/>
                </a:ext>
              </a:extLst>
            </p:cNvPr>
            <p:cNvSpPr/>
            <p:nvPr/>
          </p:nvSpPr>
          <p:spPr>
            <a:xfrm>
              <a:off x="4021893"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grpSp>
      <p:grpSp>
        <p:nvGrpSpPr>
          <p:cNvPr id="281" name="组合 280">
            <a:extLst>
              <a:ext uri="{FF2B5EF4-FFF2-40B4-BE49-F238E27FC236}">
                <a16:creationId xmlns:a16="http://schemas.microsoft.com/office/drawing/2014/main" id="{59095EE2-6FD4-44F4-895C-A5EDF959FCB3}"/>
              </a:ext>
            </a:extLst>
          </p:cNvPr>
          <p:cNvGrpSpPr/>
          <p:nvPr userDrawn="1"/>
        </p:nvGrpSpPr>
        <p:grpSpPr>
          <a:xfrm flipV="1">
            <a:off x="-1069762" y="720185"/>
            <a:ext cx="5077928" cy="7349150"/>
            <a:chOff x="-421540" y="-898298"/>
            <a:chExt cx="5077928" cy="7349150"/>
          </a:xfrm>
          <a:solidFill>
            <a:schemeClr val="accent1"/>
          </a:solidFill>
        </p:grpSpPr>
        <p:sp>
          <p:nvSpPr>
            <p:cNvPr id="282" name="任意多边形: 形状 281">
              <a:extLst>
                <a:ext uri="{FF2B5EF4-FFF2-40B4-BE49-F238E27FC236}">
                  <a16:creationId xmlns:a16="http://schemas.microsoft.com/office/drawing/2014/main" id="{1494AAA1-6639-4B0F-96B4-29A507477C2F}"/>
                </a:ext>
              </a:extLst>
            </p:cNvPr>
            <p:cNvSpPr/>
            <p:nvPr/>
          </p:nvSpPr>
          <p:spPr>
            <a:xfrm>
              <a:off x="-421540"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283" name="任意多边形: 形状 282">
              <a:extLst>
                <a:ext uri="{FF2B5EF4-FFF2-40B4-BE49-F238E27FC236}">
                  <a16:creationId xmlns:a16="http://schemas.microsoft.com/office/drawing/2014/main" id="{D70E2934-1A06-4DE1-B78B-EBA0026B3EE2}"/>
                </a:ext>
              </a:extLst>
            </p:cNvPr>
            <p:cNvSpPr/>
            <p:nvPr/>
          </p:nvSpPr>
          <p:spPr>
            <a:xfrm>
              <a:off x="-421540"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284" name="任意多边形: 形状 283">
              <a:extLst>
                <a:ext uri="{FF2B5EF4-FFF2-40B4-BE49-F238E27FC236}">
                  <a16:creationId xmlns:a16="http://schemas.microsoft.com/office/drawing/2014/main" id="{F2266E88-D650-4214-BCD5-C2A3E1A9EC12}"/>
                </a:ext>
              </a:extLst>
            </p:cNvPr>
            <p:cNvSpPr/>
            <p:nvPr/>
          </p:nvSpPr>
          <p:spPr>
            <a:xfrm>
              <a:off x="-421540"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285" name="任意多边形: 形状 284">
              <a:extLst>
                <a:ext uri="{FF2B5EF4-FFF2-40B4-BE49-F238E27FC236}">
                  <a16:creationId xmlns:a16="http://schemas.microsoft.com/office/drawing/2014/main" id="{FD7F89F4-D80B-4435-B118-A3D2B5FD2A4B}"/>
                </a:ext>
              </a:extLst>
            </p:cNvPr>
            <p:cNvSpPr/>
            <p:nvPr/>
          </p:nvSpPr>
          <p:spPr>
            <a:xfrm>
              <a:off x="-421540"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86" name="任意多边形: 形状 285">
              <a:extLst>
                <a:ext uri="{FF2B5EF4-FFF2-40B4-BE49-F238E27FC236}">
                  <a16:creationId xmlns:a16="http://schemas.microsoft.com/office/drawing/2014/main" id="{63D0EB1B-4760-4C0A-828C-39273815CFA5}"/>
                </a:ext>
              </a:extLst>
            </p:cNvPr>
            <p:cNvSpPr/>
            <p:nvPr/>
          </p:nvSpPr>
          <p:spPr>
            <a:xfrm>
              <a:off x="-421540"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287" name="任意多边形: 形状 286">
              <a:extLst>
                <a:ext uri="{FF2B5EF4-FFF2-40B4-BE49-F238E27FC236}">
                  <a16:creationId xmlns:a16="http://schemas.microsoft.com/office/drawing/2014/main" id="{BEBE77FD-8800-4EC5-A595-9EDA8F308ABC}"/>
                </a:ext>
              </a:extLst>
            </p:cNvPr>
            <p:cNvSpPr/>
            <p:nvPr/>
          </p:nvSpPr>
          <p:spPr>
            <a:xfrm>
              <a:off x="-421540"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rgbClr val="D9EEF1"/>
            </a:solidFill>
            <a:ln w="15134" cap="flat">
              <a:noFill/>
              <a:prstDash val="solid"/>
              <a:miter/>
            </a:ln>
          </p:spPr>
          <p:txBody>
            <a:bodyPr rtlCol="0" anchor="ctr"/>
            <a:lstStyle/>
            <a:p>
              <a:endParaRPr lang="zh-CN" altLang="en-US"/>
            </a:p>
          </p:txBody>
        </p:sp>
        <p:sp>
          <p:nvSpPr>
            <p:cNvPr id="288" name="任意多边形: 形状 287">
              <a:extLst>
                <a:ext uri="{FF2B5EF4-FFF2-40B4-BE49-F238E27FC236}">
                  <a16:creationId xmlns:a16="http://schemas.microsoft.com/office/drawing/2014/main" id="{958AAA5E-4A30-4FB9-936F-3114822CB8BF}"/>
                </a:ext>
              </a:extLst>
            </p:cNvPr>
            <p:cNvSpPr/>
            <p:nvPr/>
          </p:nvSpPr>
          <p:spPr>
            <a:xfrm>
              <a:off x="-421540"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1"/>
            </a:solidFill>
            <a:ln w="15134" cap="flat">
              <a:noFill/>
              <a:prstDash val="solid"/>
              <a:miter/>
            </a:ln>
          </p:spPr>
          <p:txBody>
            <a:bodyPr rtlCol="0" anchor="ctr"/>
            <a:lstStyle/>
            <a:p>
              <a:endParaRPr lang="zh-CN" altLang="en-US"/>
            </a:p>
          </p:txBody>
        </p:sp>
        <p:sp>
          <p:nvSpPr>
            <p:cNvPr id="289" name="任意多边形: 形状 288">
              <a:extLst>
                <a:ext uri="{FF2B5EF4-FFF2-40B4-BE49-F238E27FC236}">
                  <a16:creationId xmlns:a16="http://schemas.microsoft.com/office/drawing/2014/main" id="{AB704308-1C52-4E10-B5CA-20FAC8FCB70C}"/>
                </a:ext>
              </a:extLst>
            </p:cNvPr>
            <p:cNvSpPr/>
            <p:nvPr/>
          </p:nvSpPr>
          <p:spPr>
            <a:xfrm>
              <a:off x="-421540"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90" name="任意多边形: 形状 289">
              <a:extLst>
                <a:ext uri="{FF2B5EF4-FFF2-40B4-BE49-F238E27FC236}">
                  <a16:creationId xmlns:a16="http://schemas.microsoft.com/office/drawing/2014/main" id="{5A407884-82E0-4D78-AF6A-910C8574FFE6}"/>
                </a:ext>
              </a:extLst>
            </p:cNvPr>
            <p:cNvSpPr/>
            <p:nvPr/>
          </p:nvSpPr>
          <p:spPr>
            <a:xfrm>
              <a:off x="-421540"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1"/>
            </a:solidFill>
            <a:ln w="15134" cap="flat">
              <a:noFill/>
              <a:prstDash val="solid"/>
              <a:miter/>
            </a:ln>
          </p:spPr>
          <p:txBody>
            <a:bodyPr rtlCol="0" anchor="ctr"/>
            <a:lstStyle/>
            <a:p>
              <a:endParaRPr lang="zh-CN" altLang="en-US"/>
            </a:p>
          </p:txBody>
        </p:sp>
        <p:sp>
          <p:nvSpPr>
            <p:cNvPr id="291" name="任意多边形: 形状 290">
              <a:extLst>
                <a:ext uri="{FF2B5EF4-FFF2-40B4-BE49-F238E27FC236}">
                  <a16:creationId xmlns:a16="http://schemas.microsoft.com/office/drawing/2014/main" id="{B163AFC9-D854-4270-B972-5633F789DFE1}"/>
                </a:ext>
              </a:extLst>
            </p:cNvPr>
            <p:cNvSpPr/>
            <p:nvPr/>
          </p:nvSpPr>
          <p:spPr>
            <a:xfrm>
              <a:off x="-421540"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92" name="任意多边形: 形状 291">
              <a:extLst>
                <a:ext uri="{FF2B5EF4-FFF2-40B4-BE49-F238E27FC236}">
                  <a16:creationId xmlns:a16="http://schemas.microsoft.com/office/drawing/2014/main" id="{9E6D7F10-69F8-44E4-A5F3-32F1B5020D35}"/>
                </a:ext>
              </a:extLst>
            </p:cNvPr>
            <p:cNvSpPr/>
            <p:nvPr/>
          </p:nvSpPr>
          <p:spPr>
            <a:xfrm>
              <a:off x="213409"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93" name="任意多边形: 形状 292">
              <a:extLst>
                <a:ext uri="{FF2B5EF4-FFF2-40B4-BE49-F238E27FC236}">
                  <a16:creationId xmlns:a16="http://schemas.microsoft.com/office/drawing/2014/main" id="{CA80C875-613B-414A-80E6-F619DEA080B4}"/>
                </a:ext>
              </a:extLst>
            </p:cNvPr>
            <p:cNvSpPr/>
            <p:nvPr/>
          </p:nvSpPr>
          <p:spPr>
            <a:xfrm>
              <a:off x="213409"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294" name="任意多边形: 形状 293">
              <a:extLst>
                <a:ext uri="{FF2B5EF4-FFF2-40B4-BE49-F238E27FC236}">
                  <a16:creationId xmlns:a16="http://schemas.microsoft.com/office/drawing/2014/main" id="{5BA5A3DA-D254-4C3F-AD73-DE870BBC1193}"/>
                </a:ext>
              </a:extLst>
            </p:cNvPr>
            <p:cNvSpPr/>
            <p:nvPr/>
          </p:nvSpPr>
          <p:spPr>
            <a:xfrm>
              <a:off x="213409"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95" name="任意多边形: 形状 294">
              <a:extLst>
                <a:ext uri="{FF2B5EF4-FFF2-40B4-BE49-F238E27FC236}">
                  <a16:creationId xmlns:a16="http://schemas.microsoft.com/office/drawing/2014/main" id="{8BD54203-EFF7-464A-892F-045C60BA6CAF}"/>
                </a:ext>
              </a:extLst>
            </p:cNvPr>
            <p:cNvSpPr/>
            <p:nvPr/>
          </p:nvSpPr>
          <p:spPr>
            <a:xfrm>
              <a:off x="213409"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296" name="任意多边形: 形状 295">
              <a:extLst>
                <a:ext uri="{FF2B5EF4-FFF2-40B4-BE49-F238E27FC236}">
                  <a16:creationId xmlns:a16="http://schemas.microsoft.com/office/drawing/2014/main" id="{16ABC898-557B-4A96-A730-0E1D105EF0C9}"/>
                </a:ext>
              </a:extLst>
            </p:cNvPr>
            <p:cNvSpPr/>
            <p:nvPr/>
          </p:nvSpPr>
          <p:spPr>
            <a:xfrm>
              <a:off x="213409" y="5701903"/>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297" name="任意多边形: 形状 296">
              <a:extLst>
                <a:ext uri="{FF2B5EF4-FFF2-40B4-BE49-F238E27FC236}">
                  <a16:creationId xmlns:a16="http://schemas.microsoft.com/office/drawing/2014/main" id="{DDF0732A-7880-4350-A3E1-55E50E001142}"/>
                </a:ext>
              </a:extLst>
            </p:cNvPr>
            <p:cNvSpPr/>
            <p:nvPr/>
          </p:nvSpPr>
          <p:spPr>
            <a:xfrm>
              <a:off x="213409" y="24996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98" name="任意多边形: 形状 297">
              <a:extLst>
                <a:ext uri="{FF2B5EF4-FFF2-40B4-BE49-F238E27FC236}">
                  <a16:creationId xmlns:a16="http://schemas.microsoft.com/office/drawing/2014/main" id="{696EF9F9-7F8B-44AB-B207-DD1D124E3D40}"/>
                </a:ext>
              </a:extLst>
            </p:cNvPr>
            <p:cNvSpPr/>
            <p:nvPr/>
          </p:nvSpPr>
          <p:spPr>
            <a:xfrm>
              <a:off x="213409"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99" name="任意多边形: 形状 298">
              <a:extLst>
                <a:ext uri="{FF2B5EF4-FFF2-40B4-BE49-F238E27FC236}">
                  <a16:creationId xmlns:a16="http://schemas.microsoft.com/office/drawing/2014/main" id="{E64C443D-449B-411C-92BF-9050BE0692CF}"/>
                </a:ext>
              </a:extLst>
            </p:cNvPr>
            <p:cNvSpPr/>
            <p:nvPr/>
          </p:nvSpPr>
          <p:spPr>
            <a:xfrm>
              <a:off x="213409"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300" name="任意多边形: 形状 299">
              <a:extLst>
                <a:ext uri="{FF2B5EF4-FFF2-40B4-BE49-F238E27FC236}">
                  <a16:creationId xmlns:a16="http://schemas.microsoft.com/office/drawing/2014/main" id="{155BA84C-A66A-4A6B-B5F7-E5BD2A0783DA}"/>
                </a:ext>
              </a:extLst>
            </p:cNvPr>
            <p:cNvSpPr/>
            <p:nvPr/>
          </p:nvSpPr>
          <p:spPr>
            <a:xfrm>
              <a:off x="213409"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301" name="任意多边形: 形状 300">
              <a:extLst>
                <a:ext uri="{FF2B5EF4-FFF2-40B4-BE49-F238E27FC236}">
                  <a16:creationId xmlns:a16="http://schemas.microsoft.com/office/drawing/2014/main" id="{031C9134-B2EF-4556-8F8C-48224970A927}"/>
                </a:ext>
              </a:extLst>
            </p:cNvPr>
            <p:cNvSpPr/>
            <p:nvPr/>
          </p:nvSpPr>
          <p:spPr>
            <a:xfrm>
              <a:off x="213409"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02" name="任意多边形: 形状 301">
              <a:extLst>
                <a:ext uri="{FF2B5EF4-FFF2-40B4-BE49-F238E27FC236}">
                  <a16:creationId xmlns:a16="http://schemas.microsoft.com/office/drawing/2014/main" id="{2113C3A5-CE0C-412F-AA79-3BCB69F0C1D1}"/>
                </a:ext>
              </a:extLst>
            </p:cNvPr>
            <p:cNvSpPr/>
            <p:nvPr/>
          </p:nvSpPr>
          <p:spPr>
            <a:xfrm>
              <a:off x="213409"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03" name="任意多边形: 形状 302">
              <a:extLst>
                <a:ext uri="{FF2B5EF4-FFF2-40B4-BE49-F238E27FC236}">
                  <a16:creationId xmlns:a16="http://schemas.microsoft.com/office/drawing/2014/main" id="{4175223F-1C05-4B00-ACE3-E38F9F22C070}"/>
                </a:ext>
              </a:extLst>
            </p:cNvPr>
            <p:cNvSpPr/>
            <p:nvPr/>
          </p:nvSpPr>
          <p:spPr>
            <a:xfrm>
              <a:off x="847904"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304" name="任意多边形: 形状 303">
              <a:extLst>
                <a:ext uri="{FF2B5EF4-FFF2-40B4-BE49-F238E27FC236}">
                  <a16:creationId xmlns:a16="http://schemas.microsoft.com/office/drawing/2014/main" id="{0FDF8547-45C8-4240-BE7A-13C49593DD10}"/>
                </a:ext>
              </a:extLst>
            </p:cNvPr>
            <p:cNvSpPr/>
            <p:nvPr/>
          </p:nvSpPr>
          <p:spPr>
            <a:xfrm>
              <a:off x="847904"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EFF8FC"/>
            </a:solidFill>
            <a:ln w="15134" cap="flat">
              <a:noFill/>
              <a:prstDash val="solid"/>
              <a:miter/>
            </a:ln>
          </p:spPr>
          <p:txBody>
            <a:bodyPr rtlCol="0" anchor="ctr"/>
            <a:lstStyle/>
            <a:p>
              <a:endParaRPr lang="zh-CN" altLang="en-US"/>
            </a:p>
          </p:txBody>
        </p:sp>
        <p:sp>
          <p:nvSpPr>
            <p:cNvPr id="305" name="任意多边形: 形状 304">
              <a:extLst>
                <a:ext uri="{FF2B5EF4-FFF2-40B4-BE49-F238E27FC236}">
                  <a16:creationId xmlns:a16="http://schemas.microsoft.com/office/drawing/2014/main" id="{065A3AD0-5628-4711-B8EA-119866274A79}"/>
                </a:ext>
              </a:extLst>
            </p:cNvPr>
            <p:cNvSpPr/>
            <p:nvPr/>
          </p:nvSpPr>
          <p:spPr>
            <a:xfrm>
              <a:off x="847904"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lumMod val="20000"/>
                <a:lumOff val="80000"/>
              </a:schemeClr>
            </a:solidFill>
            <a:ln w="15134" cap="flat">
              <a:noFill/>
              <a:prstDash val="solid"/>
              <a:miter/>
            </a:ln>
          </p:spPr>
          <p:txBody>
            <a:bodyPr rtlCol="0" anchor="ctr"/>
            <a:lstStyle/>
            <a:p>
              <a:endParaRPr lang="zh-CN" altLang="en-US"/>
            </a:p>
          </p:txBody>
        </p:sp>
        <p:sp>
          <p:nvSpPr>
            <p:cNvPr id="306" name="任意多边形: 形状 305">
              <a:extLst>
                <a:ext uri="{FF2B5EF4-FFF2-40B4-BE49-F238E27FC236}">
                  <a16:creationId xmlns:a16="http://schemas.microsoft.com/office/drawing/2014/main" id="{D5C07446-4B75-44A1-963D-4E6D209FC5A9}"/>
                </a:ext>
              </a:extLst>
            </p:cNvPr>
            <p:cNvSpPr/>
            <p:nvPr/>
          </p:nvSpPr>
          <p:spPr>
            <a:xfrm>
              <a:off x="847904"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07" name="任意多边形: 形状 306">
              <a:extLst>
                <a:ext uri="{FF2B5EF4-FFF2-40B4-BE49-F238E27FC236}">
                  <a16:creationId xmlns:a16="http://schemas.microsoft.com/office/drawing/2014/main" id="{4B1E0531-16EB-4CDE-958A-D2401B9208C1}"/>
                </a:ext>
              </a:extLst>
            </p:cNvPr>
            <p:cNvSpPr/>
            <p:nvPr/>
          </p:nvSpPr>
          <p:spPr>
            <a:xfrm>
              <a:off x="847904"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08" name="任意多边形: 形状 307">
              <a:extLst>
                <a:ext uri="{FF2B5EF4-FFF2-40B4-BE49-F238E27FC236}">
                  <a16:creationId xmlns:a16="http://schemas.microsoft.com/office/drawing/2014/main" id="{6A43C137-4CDD-493F-8AE6-90699471B3EF}"/>
                </a:ext>
              </a:extLst>
            </p:cNvPr>
            <p:cNvSpPr/>
            <p:nvPr/>
          </p:nvSpPr>
          <p:spPr>
            <a:xfrm>
              <a:off x="847904"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4"/>
            </a:solidFill>
            <a:ln w="15134" cap="flat">
              <a:noFill/>
              <a:prstDash val="solid"/>
              <a:miter/>
            </a:ln>
          </p:spPr>
          <p:txBody>
            <a:bodyPr rtlCol="0" anchor="ctr"/>
            <a:lstStyle/>
            <a:p>
              <a:endParaRPr lang="zh-CN" altLang="en-US"/>
            </a:p>
          </p:txBody>
        </p:sp>
        <p:sp>
          <p:nvSpPr>
            <p:cNvPr id="309" name="任意多边形: 形状 308">
              <a:extLst>
                <a:ext uri="{FF2B5EF4-FFF2-40B4-BE49-F238E27FC236}">
                  <a16:creationId xmlns:a16="http://schemas.microsoft.com/office/drawing/2014/main" id="{31529E38-B2A9-4D6D-BDC1-3BAC6BAFEACD}"/>
                </a:ext>
              </a:extLst>
            </p:cNvPr>
            <p:cNvSpPr/>
            <p:nvPr/>
          </p:nvSpPr>
          <p:spPr>
            <a:xfrm>
              <a:off x="847904"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2"/>
            </a:solidFill>
            <a:ln w="15134" cap="flat">
              <a:noFill/>
              <a:prstDash val="solid"/>
              <a:miter/>
            </a:ln>
          </p:spPr>
          <p:txBody>
            <a:bodyPr rtlCol="0" anchor="ctr"/>
            <a:lstStyle/>
            <a:p>
              <a:endParaRPr lang="zh-CN" altLang="en-US"/>
            </a:p>
          </p:txBody>
        </p:sp>
        <p:sp>
          <p:nvSpPr>
            <p:cNvPr id="310" name="任意多边形: 形状 309">
              <a:extLst>
                <a:ext uri="{FF2B5EF4-FFF2-40B4-BE49-F238E27FC236}">
                  <a16:creationId xmlns:a16="http://schemas.microsoft.com/office/drawing/2014/main" id="{82A366B8-DA41-4A02-8486-DEC1CC69E193}"/>
                </a:ext>
              </a:extLst>
            </p:cNvPr>
            <p:cNvSpPr/>
            <p:nvPr/>
          </p:nvSpPr>
          <p:spPr>
            <a:xfrm>
              <a:off x="847904"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11" name="任意多边形: 形状 310">
              <a:extLst>
                <a:ext uri="{FF2B5EF4-FFF2-40B4-BE49-F238E27FC236}">
                  <a16:creationId xmlns:a16="http://schemas.microsoft.com/office/drawing/2014/main" id="{19431AC5-DCDD-4AB8-B008-B7A3840720FA}"/>
                </a:ext>
              </a:extLst>
            </p:cNvPr>
            <p:cNvSpPr/>
            <p:nvPr/>
          </p:nvSpPr>
          <p:spPr>
            <a:xfrm>
              <a:off x="847904"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312" name="任意多边形: 形状 311">
              <a:extLst>
                <a:ext uri="{FF2B5EF4-FFF2-40B4-BE49-F238E27FC236}">
                  <a16:creationId xmlns:a16="http://schemas.microsoft.com/office/drawing/2014/main" id="{A29E5055-4B62-414B-B84E-5C023373FAD1}"/>
                </a:ext>
              </a:extLst>
            </p:cNvPr>
            <p:cNvSpPr/>
            <p:nvPr/>
          </p:nvSpPr>
          <p:spPr>
            <a:xfrm>
              <a:off x="847904"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13" name="任意多边形: 形状 312">
              <a:extLst>
                <a:ext uri="{FF2B5EF4-FFF2-40B4-BE49-F238E27FC236}">
                  <a16:creationId xmlns:a16="http://schemas.microsoft.com/office/drawing/2014/main" id="{B0384E7A-65AC-4F85-B692-0FF86CEF0184}"/>
                </a:ext>
              </a:extLst>
            </p:cNvPr>
            <p:cNvSpPr/>
            <p:nvPr/>
          </p:nvSpPr>
          <p:spPr>
            <a:xfrm>
              <a:off x="1483004"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C8E7F1"/>
            </a:solidFill>
            <a:ln w="15134" cap="flat">
              <a:noFill/>
              <a:prstDash val="solid"/>
              <a:miter/>
            </a:ln>
          </p:spPr>
          <p:txBody>
            <a:bodyPr rtlCol="0" anchor="ctr"/>
            <a:lstStyle/>
            <a:p>
              <a:endParaRPr lang="zh-CN" altLang="en-US"/>
            </a:p>
          </p:txBody>
        </p:sp>
        <p:sp>
          <p:nvSpPr>
            <p:cNvPr id="314" name="任意多边形: 形状 313">
              <a:extLst>
                <a:ext uri="{FF2B5EF4-FFF2-40B4-BE49-F238E27FC236}">
                  <a16:creationId xmlns:a16="http://schemas.microsoft.com/office/drawing/2014/main" id="{E61D4DE8-AB51-4FA8-9971-CAF7FEFEC83F}"/>
                </a:ext>
              </a:extLst>
            </p:cNvPr>
            <p:cNvSpPr/>
            <p:nvPr/>
          </p:nvSpPr>
          <p:spPr>
            <a:xfrm>
              <a:off x="1483004"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15" name="任意多边形: 形状 314">
              <a:extLst>
                <a:ext uri="{FF2B5EF4-FFF2-40B4-BE49-F238E27FC236}">
                  <a16:creationId xmlns:a16="http://schemas.microsoft.com/office/drawing/2014/main" id="{6CC6B544-2CBB-4DC8-BD9E-4BA0AA06ABC3}"/>
                </a:ext>
              </a:extLst>
            </p:cNvPr>
            <p:cNvSpPr/>
            <p:nvPr/>
          </p:nvSpPr>
          <p:spPr>
            <a:xfrm>
              <a:off x="1483004"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316" name="任意多边形: 形状 315">
              <a:extLst>
                <a:ext uri="{FF2B5EF4-FFF2-40B4-BE49-F238E27FC236}">
                  <a16:creationId xmlns:a16="http://schemas.microsoft.com/office/drawing/2014/main" id="{2DDC41F4-1C9D-47A1-944E-817735851E44}"/>
                </a:ext>
              </a:extLst>
            </p:cNvPr>
            <p:cNvSpPr/>
            <p:nvPr/>
          </p:nvSpPr>
          <p:spPr>
            <a:xfrm>
              <a:off x="1483004"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317" name="任意多边形: 形状 316">
              <a:extLst>
                <a:ext uri="{FF2B5EF4-FFF2-40B4-BE49-F238E27FC236}">
                  <a16:creationId xmlns:a16="http://schemas.microsoft.com/office/drawing/2014/main" id="{023A6741-61E9-4ED9-B6F7-C4F304B75A6A}"/>
                </a:ext>
              </a:extLst>
            </p:cNvPr>
            <p:cNvSpPr/>
            <p:nvPr/>
          </p:nvSpPr>
          <p:spPr>
            <a:xfrm>
              <a:off x="1483004"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18" name="任意多边形: 形状 317">
              <a:extLst>
                <a:ext uri="{FF2B5EF4-FFF2-40B4-BE49-F238E27FC236}">
                  <a16:creationId xmlns:a16="http://schemas.microsoft.com/office/drawing/2014/main" id="{B7F55051-9AA9-4141-80F5-D2EFAD5C3B3A}"/>
                </a:ext>
              </a:extLst>
            </p:cNvPr>
            <p:cNvSpPr/>
            <p:nvPr/>
          </p:nvSpPr>
          <p:spPr>
            <a:xfrm>
              <a:off x="1483004"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319" name="任意多边形: 形状 318">
              <a:extLst>
                <a:ext uri="{FF2B5EF4-FFF2-40B4-BE49-F238E27FC236}">
                  <a16:creationId xmlns:a16="http://schemas.microsoft.com/office/drawing/2014/main" id="{56A60955-F2D1-4850-AD28-E14F10EEF777}"/>
                </a:ext>
              </a:extLst>
            </p:cNvPr>
            <p:cNvSpPr/>
            <p:nvPr/>
          </p:nvSpPr>
          <p:spPr>
            <a:xfrm>
              <a:off x="1483004"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20" name="任意多边形: 形状 319">
              <a:extLst>
                <a:ext uri="{FF2B5EF4-FFF2-40B4-BE49-F238E27FC236}">
                  <a16:creationId xmlns:a16="http://schemas.microsoft.com/office/drawing/2014/main" id="{85968627-3099-4813-8CD2-DEAFD28E70E2}"/>
                </a:ext>
              </a:extLst>
            </p:cNvPr>
            <p:cNvSpPr/>
            <p:nvPr/>
          </p:nvSpPr>
          <p:spPr>
            <a:xfrm>
              <a:off x="1483004"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21" name="任意多边形: 形状 320">
              <a:extLst>
                <a:ext uri="{FF2B5EF4-FFF2-40B4-BE49-F238E27FC236}">
                  <a16:creationId xmlns:a16="http://schemas.microsoft.com/office/drawing/2014/main" id="{0E695284-CD2C-476F-98DC-46EDD21E9458}"/>
                </a:ext>
              </a:extLst>
            </p:cNvPr>
            <p:cNvSpPr/>
            <p:nvPr/>
          </p:nvSpPr>
          <p:spPr>
            <a:xfrm>
              <a:off x="1483004"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22" name="任意多边形: 形状 321">
              <a:extLst>
                <a:ext uri="{FF2B5EF4-FFF2-40B4-BE49-F238E27FC236}">
                  <a16:creationId xmlns:a16="http://schemas.microsoft.com/office/drawing/2014/main" id="{75D80C0C-DFFF-4A83-AD8F-54C53A3536F8}"/>
                </a:ext>
              </a:extLst>
            </p:cNvPr>
            <p:cNvSpPr/>
            <p:nvPr/>
          </p:nvSpPr>
          <p:spPr>
            <a:xfrm>
              <a:off x="2117499" y="-131332"/>
              <a:ext cx="634494" cy="749100"/>
            </a:xfrm>
            <a:custGeom>
              <a:avLst/>
              <a:gdLst>
                <a:gd name="connsiteX0" fmla="*/ 0 w 634494"/>
                <a:gd name="connsiteY0" fmla="*/ 0 h 749100"/>
                <a:gd name="connsiteX1" fmla="*/ 0 w 634494"/>
                <a:gd name="connsiteY1" fmla="*/ 749101 h 749100"/>
                <a:gd name="connsiteX2" fmla="*/ 634495 w 634494"/>
                <a:gd name="connsiteY2" fmla="*/ 365012 h 749100"/>
              </a:gdLst>
              <a:ahLst/>
              <a:cxnLst>
                <a:cxn ang="0">
                  <a:pos x="connsiteX0" y="connsiteY0"/>
                </a:cxn>
                <a:cxn ang="0">
                  <a:pos x="connsiteX1" y="connsiteY1"/>
                </a:cxn>
                <a:cxn ang="0">
                  <a:pos x="connsiteX2" y="connsiteY2"/>
                </a:cxn>
              </a:cxnLst>
              <a:rect l="l" t="t" r="r" b="b"/>
              <a:pathLst>
                <a:path w="634494" h="749100">
                  <a:moveTo>
                    <a:pt x="0" y="0"/>
                  </a:moveTo>
                  <a:lnTo>
                    <a:pt x="0" y="749101"/>
                  </a:lnTo>
                  <a:lnTo>
                    <a:pt x="634495" y="365012"/>
                  </a:lnTo>
                  <a:close/>
                </a:path>
              </a:pathLst>
            </a:custGeom>
            <a:solidFill>
              <a:schemeClr val="accent4"/>
            </a:solidFill>
            <a:ln w="15134" cap="flat">
              <a:noFill/>
              <a:prstDash val="solid"/>
              <a:miter/>
            </a:ln>
          </p:spPr>
          <p:txBody>
            <a:bodyPr rtlCol="0" anchor="ctr"/>
            <a:lstStyle/>
            <a:p>
              <a:endParaRPr lang="zh-CN" altLang="en-US"/>
            </a:p>
          </p:txBody>
        </p:sp>
        <p:sp>
          <p:nvSpPr>
            <p:cNvPr id="323" name="任意多边形: 形状 322">
              <a:extLst>
                <a:ext uri="{FF2B5EF4-FFF2-40B4-BE49-F238E27FC236}">
                  <a16:creationId xmlns:a16="http://schemas.microsoft.com/office/drawing/2014/main" id="{2A57E8C5-FCA8-441B-919A-8DB25BD86BD0}"/>
                </a:ext>
              </a:extLst>
            </p:cNvPr>
            <p:cNvSpPr/>
            <p:nvPr/>
          </p:nvSpPr>
          <p:spPr>
            <a:xfrm>
              <a:off x="2117499" y="233679"/>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24" name="任意多边形: 形状 323">
              <a:extLst>
                <a:ext uri="{FF2B5EF4-FFF2-40B4-BE49-F238E27FC236}">
                  <a16:creationId xmlns:a16="http://schemas.microsoft.com/office/drawing/2014/main" id="{17DE9EB5-6420-4203-861B-0226895B0F4D}"/>
                </a:ext>
              </a:extLst>
            </p:cNvPr>
            <p:cNvSpPr/>
            <p:nvPr/>
          </p:nvSpPr>
          <p:spPr>
            <a:xfrm>
              <a:off x="2117499" y="-515420"/>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325" name="任意多边形: 形状 324">
              <a:extLst>
                <a:ext uri="{FF2B5EF4-FFF2-40B4-BE49-F238E27FC236}">
                  <a16:creationId xmlns:a16="http://schemas.microsoft.com/office/drawing/2014/main" id="{45E9EF84-7F7F-40FD-A00E-4F34DAE8BE42}"/>
                </a:ext>
              </a:extLst>
            </p:cNvPr>
            <p:cNvSpPr/>
            <p:nvPr/>
          </p:nvSpPr>
          <p:spPr>
            <a:xfrm>
              <a:off x="2752448"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326" name="任意多边形: 形状 325">
              <a:extLst>
                <a:ext uri="{FF2B5EF4-FFF2-40B4-BE49-F238E27FC236}">
                  <a16:creationId xmlns:a16="http://schemas.microsoft.com/office/drawing/2014/main" id="{506792AE-608A-411B-ACD4-73D04AECFC62}"/>
                </a:ext>
              </a:extLst>
            </p:cNvPr>
            <p:cNvSpPr/>
            <p:nvPr/>
          </p:nvSpPr>
          <p:spPr>
            <a:xfrm>
              <a:off x="2752448"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27" name="任意多边形: 形状 326">
              <a:extLst>
                <a:ext uri="{FF2B5EF4-FFF2-40B4-BE49-F238E27FC236}">
                  <a16:creationId xmlns:a16="http://schemas.microsoft.com/office/drawing/2014/main" id="{8F9F4FBD-DC05-4A36-98B9-FF69C4B8A719}"/>
                </a:ext>
              </a:extLst>
            </p:cNvPr>
            <p:cNvSpPr/>
            <p:nvPr/>
          </p:nvSpPr>
          <p:spPr>
            <a:xfrm>
              <a:off x="2752448" y="161984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328" name="任意多边形: 形状 327">
              <a:extLst>
                <a:ext uri="{FF2B5EF4-FFF2-40B4-BE49-F238E27FC236}">
                  <a16:creationId xmlns:a16="http://schemas.microsoft.com/office/drawing/2014/main" id="{CC74D990-F910-4272-AB04-E686B71FB990}"/>
                </a:ext>
              </a:extLst>
            </p:cNvPr>
            <p:cNvSpPr/>
            <p:nvPr/>
          </p:nvSpPr>
          <p:spPr>
            <a:xfrm>
              <a:off x="2752448"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329" name="任意多边形: 形状 328">
              <a:extLst>
                <a:ext uri="{FF2B5EF4-FFF2-40B4-BE49-F238E27FC236}">
                  <a16:creationId xmlns:a16="http://schemas.microsoft.com/office/drawing/2014/main" id="{13D08DCE-326C-4E34-91C6-7219C15EC59C}"/>
                </a:ext>
              </a:extLst>
            </p:cNvPr>
            <p:cNvSpPr/>
            <p:nvPr/>
          </p:nvSpPr>
          <p:spPr>
            <a:xfrm>
              <a:off x="2752448"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30" name="任意多边形: 形状 329">
              <a:extLst>
                <a:ext uri="{FF2B5EF4-FFF2-40B4-BE49-F238E27FC236}">
                  <a16:creationId xmlns:a16="http://schemas.microsoft.com/office/drawing/2014/main" id="{E1681DB1-84D7-4948-8192-7A3D1813643F}"/>
                </a:ext>
              </a:extLst>
            </p:cNvPr>
            <p:cNvSpPr/>
            <p:nvPr/>
          </p:nvSpPr>
          <p:spPr>
            <a:xfrm>
              <a:off x="3386943" y="-131332"/>
              <a:ext cx="634495" cy="749100"/>
            </a:xfrm>
            <a:custGeom>
              <a:avLst/>
              <a:gdLst>
                <a:gd name="connsiteX0" fmla="*/ 0 w 634495"/>
                <a:gd name="connsiteY0" fmla="*/ 0 h 749100"/>
                <a:gd name="connsiteX1" fmla="*/ 0 w 634495"/>
                <a:gd name="connsiteY1" fmla="*/ 749101 h 749100"/>
                <a:gd name="connsiteX2" fmla="*/ 634495 w 634495"/>
                <a:gd name="connsiteY2" fmla="*/ 365012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2"/>
                  </a:lnTo>
                  <a:close/>
                </a:path>
              </a:pathLst>
            </a:custGeom>
            <a:solidFill>
              <a:schemeClr val="accent1"/>
            </a:solidFill>
            <a:ln w="15134" cap="flat">
              <a:noFill/>
              <a:prstDash val="solid"/>
              <a:miter/>
            </a:ln>
          </p:spPr>
          <p:txBody>
            <a:bodyPr rtlCol="0" anchor="ctr"/>
            <a:lstStyle/>
            <a:p>
              <a:endParaRPr lang="zh-CN" altLang="en-US"/>
            </a:p>
          </p:txBody>
        </p:sp>
        <p:sp>
          <p:nvSpPr>
            <p:cNvPr id="331" name="任意多边形: 形状 330">
              <a:extLst>
                <a:ext uri="{FF2B5EF4-FFF2-40B4-BE49-F238E27FC236}">
                  <a16:creationId xmlns:a16="http://schemas.microsoft.com/office/drawing/2014/main" id="{83B06925-D335-4824-ACB4-CB543016B1B3}"/>
                </a:ext>
              </a:extLst>
            </p:cNvPr>
            <p:cNvSpPr/>
            <p:nvPr/>
          </p:nvSpPr>
          <p:spPr>
            <a:xfrm>
              <a:off x="3386943" y="23367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332" name="任意多边形: 形状 331">
              <a:extLst>
                <a:ext uri="{FF2B5EF4-FFF2-40B4-BE49-F238E27FC236}">
                  <a16:creationId xmlns:a16="http://schemas.microsoft.com/office/drawing/2014/main" id="{9F405A82-0B91-411A-A585-F849948461B3}"/>
                </a:ext>
              </a:extLst>
            </p:cNvPr>
            <p:cNvSpPr/>
            <p:nvPr/>
          </p:nvSpPr>
          <p:spPr>
            <a:xfrm>
              <a:off x="3386943" y="-515420"/>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33" name="任意多边形: 形状 332">
              <a:extLst>
                <a:ext uri="{FF2B5EF4-FFF2-40B4-BE49-F238E27FC236}">
                  <a16:creationId xmlns:a16="http://schemas.microsoft.com/office/drawing/2014/main" id="{53D749EA-1529-4E98-AA9E-F44B07901DF6}"/>
                </a:ext>
              </a:extLst>
            </p:cNvPr>
            <p:cNvSpPr/>
            <p:nvPr/>
          </p:nvSpPr>
          <p:spPr>
            <a:xfrm>
              <a:off x="4021893"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334" name="任意多边形: 形状 333">
              <a:extLst>
                <a:ext uri="{FF2B5EF4-FFF2-40B4-BE49-F238E27FC236}">
                  <a16:creationId xmlns:a16="http://schemas.microsoft.com/office/drawing/2014/main" id="{32ACEA7E-8041-4A40-8289-C35258A710AD}"/>
                </a:ext>
              </a:extLst>
            </p:cNvPr>
            <p:cNvSpPr/>
            <p:nvPr/>
          </p:nvSpPr>
          <p:spPr>
            <a:xfrm>
              <a:off x="4021893"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35" name="任意多边形: 形状 334">
              <a:extLst>
                <a:ext uri="{FF2B5EF4-FFF2-40B4-BE49-F238E27FC236}">
                  <a16:creationId xmlns:a16="http://schemas.microsoft.com/office/drawing/2014/main" id="{5649D053-E6F6-430C-AF45-70D7B4CCD186}"/>
                </a:ext>
              </a:extLst>
            </p:cNvPr>
            <p:cNvSpPr/>
            <p:nvPr/>
          </p:nvSpPr>
          <p:spPr>
            <a:xfrm>
              <a:off x="4021893"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336" name="任意多边形: 形状 335">
              <a:extLst>
                <a:ext uri="{FF2B5EF4-FFF2-40B4-BE49-F238E27FC236}">
                  <a16:creationId xmlns:a16="http://schemas.microsoft.com/office/drawing/2014/main" id="{D252C5A4-07A7-4EE4-A345-2EC8AE4BEFD8}"/>
                </a:ext>
              </a:extLst>
            </p:cNvPr>
            <p:cNvSpPr/>
            <p:nvPr/>
          </p:nvSpPr>
          <p:spPr>
            <a:xfrm>
              <a:off x="4021893"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t>2026/3/11</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a:t>OfficePLUS</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日期占位符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t>2026/3/11</a:t>
            </a:fld>
            <a:endParaRPr lang="zh-CN" altLang="en-US"/>
          </a:p>
        </p:txBody>
      </p:sp>
      <p:sp>
        <p:nvSpPr>
          <p:cNvPr id="4" name="页脚占位符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a:t>OfficePLUS</a:t>
            </a:r>
            <a:endParaRPr lang="zh-CN" altLang="en-US" dirty="0"/>
          </a:p>
        </p:txBody>
      </p:sp>
      <p:sp>
        <p:nvSpPr>
          <p:cNvPr id="5" name="灯片编号占位符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76B4170-6B9C-4E1B-8978-EA2CCB19F67D}"/>
              </a:ext>
            </a:extLst>
          </p:cNvPr>
          <p:cNvSpPr/>
          <p:nvPr userDrawn="1"/>
        </p:nvSpPr>
        <p:spPr>
          <a:xfrm>
            <a:off x="736403" y="1994399"/>
            <a:ext cx="10719194" cy="344339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2"/>
          <p:cNvSpPr>
            <a:spLocks noGrp="1"/>
          </p:cNvSpPr>
          <p:nvPr userDrawn="1">
            <p:ph type="ctrTitle" hasCustomPrompt="1"/>
          </p:nvPr>
        </p:nvSpPr>
        <p:spPr>
          <a:xfrm>
            <a:off x="3384551" y="2367819"/>
            <a:ext cx="5422898" cy="1621509"/>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14"/>
          <p:cNvSpPr>
            <a:spLocks noGrp="1"/>
          </p:cNvSpPr>
          <p:nvPr userDrawn="1">
            <p:ph type="body" sz="quarter" idx="18" hasCustomPrompt="1"/>
          </p:nvPr>
        </p:nvSpPr>
        <p:spPr>
          <a:xfrm>
            <a:off x="3384551" y="4786452"/>
            <a:ext cx="5422898" cy="310871"/>
          </a:xfrm>
        </p:spPr>
        <p:txBody>
          <a:bodyPr vert="horz" lIns="91440" tIns="45720" rIns="91440" bIns="45720" rtlCol="0">
            <a:normAutofit/>
          </a:bodyPr>
          <a:lstStyle>
            <a:lvl1pPr marL="0" indent="0" algn="ctr">
              <a:buNone/>
              <a:defRPr lang="zh-CN" altLang="en-US" sz="14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5">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3384551" y="4490181"/>
            <a:ext cx="5422898" cy="296271"/>
          </a:xfrm>
        </p:spPr>
        <p:txBody>
          <a:bodyPr vert="horz" anchor="ctr">
            <a:noAutofit/>
          </a:bodyPr>
          <a:lstStyle>
            <a:lvl1pPr marL="0" indent="0" algn="ctr">
              <a:buNone/>
              <a:defRPr sz="14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grpSp>
        <p:nvGrpSpPr>
          <p:cNvPr id="67" name="组合 66">
            <a:extLst>
              <a:ext uri="{FF2B5EF4-FFF2-40B4-BE49-F238E27FC236}">
                <a16:creationId xmlns:a16="http://schemas.microsoft.com/office/drawing/2014/main" id="{C800A2EC-7925-4B72-8163-4FDF33F0E206}"/>
              </a:ext>
            </a:extLst>
          </p:cNvPr>
          <p:cNvGrpSpPr/>
          <p:nvPr userDrawn="1"/>
        </p:nvGrpSpPr>
        <p:grpSpPr>
          <a:xfrm flipV="1">
            <a:off x="7097778" y="1994399"/>
            <a:ext cx="5515761" cy="6180837"/>
            <a:chOff x="7097778" y="-898298"/>
            <a:chExt cx="5515761" cy="6180837"/>
          </a:xfrm>
        </p:grpSpPr>
        <p:sp>
          <p:nvSpPr>
            <p:cNvPr id="68" name="任意多边形: 形状 67">
              <a:extLst>
                <a:ext uri="{FF2B5EF4-FFF2-40B4-BE49-F238E27FC236}">
                  <a16:creationId xmlns:a16="http://schemas.microsoft.com/office/drawing/2014/main" id="{E27BA642-A213-4720-AC36-6409B4B399FD}"/>
                </a:ext>
              </a:extLst>
            </p:cNvPr>
            <p:cNvSpPr/>
            <p:nvPr/>
          </p:nvSpPr>
          <p:spPr>
            <a:xfrm>
              <a:off x="11979045" y="-114073"/>
              <a:ext cx="634494" cy="749100"/>
            </a:xfrm>
            <a:custGeom>
              <a:avLst/>
              <a:gdLst>
                <a:gd name="connsiteX0" fmla="*/ 634495 w 634494"/>
                <a:gd name="connsiteY0" fmla="*/ 0 h 749100"/>
                <a:gd name="connsiteX1" fmla="*/ 634495 w 634494"/>
                <a:gd name="connsiteY1" fmla="*/ 749101 h 749100"/>
                <a:gd name="connsiteX2" fmla="*/ 0 w 634494"/>
                <a:gd name="connsiteY2" fmla="*/ 365013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013"/>
                  </a:lnTo>
                  <a:close/>
                </a:path>
              </a:pathLst>
            </a:custGeom>
            <a:solidFill>
              <a:schemeClr val="accent3"/>
            </a:solidFill>
            <a:ln w="15134"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5018F931-A0F0-402D-8A22-C5E0DBE62462}"/>
                </a:ext>
              </a:extLst>
            </p:cNvPr>
            <p:cNvSpPr/>
            <p:nvPr/>
          </p:nvSpPr>
          <p:spPr>
            <a:xfrm>
              <a:off x="11979045" y="635027"/>
              <a:ext cx="634494" cy="748949"/>
            </a:xfrm>
            <a:custGeom>
              <a:avLst/>
              <a:gdLst>
                <a:gd name="connsiteX0" fmla="*/ 634495 w 634494"/>
                <a:gd name="connsiteY0" fmla="*/ 0 h 748949"/>
                <a:gd name="connsiteX1" fmla="*/ 634495 w 634494"/>
                <a:gd name="connsiteY1" fmla="*/ 748949 h 748949"/>
                <a:gd name="connsiteX2" fmla="*/ 0 w 634494"/>
                <a:gd name="connsiteY2" fmla="*/ 365013 h 748949"/>
              </a:gdLst>
              <a:ahLst/>
              <a:cxnLst>
                <a:cxn ang="0">
                  <a:pos x="connsiteX0" y="connsiteY0"/>
                </a:cxn>
                <a:cxn ang="0">
                  <a:pos x="connsiteX1" y="connsiteY1"/>
                </a:cxn>
                <a:cxn ang="0">
                  <a:pos x="connsiteX2" y="connsiteY2"/>
                </a:cxn>
              </a:cxnLst>
              <a:rect l="l" t="t" r="r" b="b"/>
              <a:pathLst>
                <a:path w="634494" h="748949">
                  <a:moveTo>
                    <a:pt x="634495" y="0"/>
                  </a:moveTo>
                  <a:lnTo>
                    <a:pt x="634495" y="748949"/>
                  </a:lnTo>
                  <a:lnTo>
                    <a:pt x="0" y="365013"/>
                  </a:lnTo>
                  <a:close/>
                </a:path>
              </a:pathLst>
            </a:custGeom>
            <a:solidFill>
              <a:srgbClr val="EFF8FC"/>
            </a:solidFill>
            <a:ln w="15134" cap="flat">
              <a:noFill/>
              <a:prstDash val="solid"/>
              <a:miter/>
            </a:ln>
          </p:spPr>
          <p:txBody>
            <a:bodyPr rtlCol="0" anchor="ctr"/>
            <a:lstStyle/>
            <a:p>
              <a:endParaRPr lang="zh-CN" altLang="en-US"/>
            </a:p>
          </p:txBody>
        </p:sp>
        <p:sp>
          <p:nvSpPr>
            <p:cNvPr id="70" name="任意多边形: 形状 69">
              <a:extLst>
                <a:ext uri="{FF2B5EF4-FFF2-40B4-BE49-F238E27FC236}">
                  <a16:creationId xmlns:a16="http://schemas.microsoft.com/office/drawing/2014/main" id="{2C75E297-5BFB-47A8-96CF-B3BDDBAC0759}"/>
                </a:ext>
              </a:extLst>
            </p:cNvPr>
            <p:cNvSpPr/>
            <p:nvPr/>
          </p:nvSpPr>
          <p:spPr>
            <a:xfrm>
              <a:off x="11979045" y="1383976"/>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D9EEF1"/>
            </a:solidFill>
            <a:ln w="15134" cap="flat">
              <a:no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226FF303-5226-46FB-A555-1E3343E383B2}"/>
                </a:ext>
              </a:extLst>
            </p:cNvPr>
            <p:cNvSpPr/>
            <p:nvPr/>
          </p:nvSpPr>
          <p:spPr>
            <a:xfrm>
              <a:off x="11979045" y="2133077"/>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2F029ED3-691D-4193-82F9-D3AD53674735}"/>
                </a:ext>
              </a:extLst>
            </p:cNvPr>
            <p:cNvSpPr/>
            <p:nvPr/>
          </p:nvSpPr>
          <p:spPr>
            <a:xfrm>
              <a:off x="11979045" y="2882178"/>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8B7BAB86-F459-4F3B-9F95-0D4B9CEAF3B4}"/>
                </a:ext>
              </a:extLst>
            </p:cNvPr>
            <p:cNvSpPr/>
            <p:nvPr/>
          </p:nvSpPr>
          <p:spPr>
            <a:xfrm>
              <a:off x="11979045" y="2498089"/>
              <a:ext cx="634494" cy="749100"/>
            </a:xfrm>
            <a:custGeom>
              <a:avLst/>
              <a:gdLst>
                <a:gd name="connsiteX0" fmla="*/ 0 w 634494"/>
                <a:gd name="connsiteY0" fmla="*/ 749101 h 749100"/>
                <a:gd name="connsiteX1" fmla="*/ 0 w 634494"/>
                <a:gd name="connsiteY1" fmla="*/ 0 h 749100"/>
                <a:gd name="connsiteX2" fmla="*/ 634495 w 634494"/>
                <a:gd name="connsiteY2" fmla="*/ 384088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4088"/>
                  </a:lnTo>
                  <a:close/>
                </a:path>
              </a:pathLst>
            </a:custGeom>
            <a:solidFill>
              <a:schemeClr val="accent4"/>
            </a:solidFill>
            <a:ln w="15134"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95D8F317-3604-481C-81DD-C0FB02F43853}"/>
                </a:ext>
              </a:extLst>
            </p:cNvPr>
            <p:cNvSpPr/>
            <p:nvPr/>
          </p:nvSpPr>
          <p:spPr>
            <a:xfrm>
              <a:off x="11979045" y="1748989"/>
              <a:ext cx="634494" cy="749100"/>
            </a:xfrm>
            <a:custGeom>
              <a:avLst/>
              <a:gdLst>
                <a:gd name="connsiteX0" fmla="*/ 0 w 634494"/>
                <a:gd name="connsiteY0" fmla="*/ 749101 h 749100"/>
                <a:gd name="connsiteX1" fmla="*/ 0 w 634494"/>
                <a:gd name="connsiteY1" fmla="*/ 0 h 749100"/>
                <a:gd name="connsiteX2" fmla="*/ 634495 w 634494"/>
                <a:gd name="connsiteY2" fmla="*/ 384088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4088"/>
                  </a:lnTo>
                  <a:close/>
                </a:path>
              </a:pathLst>
            </a:custGeom>
            <a:solidFill>
              <a:schemeClr val="accent2"/>
            </a:solidFill>
            <a:ln w="15134" cap="flat">
              <a:no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B849F2C0-017F-4CD3-8B8C-39C0293307D7}"/>
                </a:ext>
              </a:extLst>
            </p:cNvPr>
            <p:cNvSpPr/>
            <p:nvPr/>
          </p:nvSpPr>
          <p:spPr>
            <a:xfrm>
              <a:off x="11979045" y="10000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380A57F5-5D35-489B-B20A-281DE95B7710}"/>
                </a:ext>
              </a:extLst>
            </p:cNvPr>
            <p:cNvSpPr/>
            <p:nvPr/>
          </p:nvSpPr>
          <p:spPr>
            <a:xfrm>
              <a:off x="11979045" y="25093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rgbClr val="EFF8FC"/>
            </a:solidFill>
            <a:ln w="15134" cap="flat">
              <a:no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12D6EDA7-31E9-445F-8167-B83B416A8F6C}"/>
                </a:ext>
              </a:extLst>
            </p:cNvPr>
            <p:cNvSpPr/>
            <p:nvPr/>
          </p:nvSpPr>
          <p:spPr>
            <a:xfrm>
              <a:off x="11979045" y="-498161"/>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1D4BD314-23DB-4262-96F3-E8D191571351}"/>
                </a:ext>
              </a:extLst>
            </p:cNvPr>
            <p:cNvSpPr/>
            <p:nvPr/>
          </p:nvSpPr>
          <p:spPr>
            <a:xfrm>
              <a:off x="11344096" y="-496799"/>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1"/>
            </a:solidFill>
            <a:ln w="15134" cap="flat">
              <a:no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5EB04A70-225C-4E07-AC48-C77CB3BFA2E9}"/>
                </a:ext>
              </a:extLst>
            </p:cNvPr>
            <p:cNvSpPr/>
            <p:nvPr/>
          </p:nvSpPr>
          <p:spPr>
            <a:xfrm>
              <a:off x="11344096" y="252301"/>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ABF5070D-18D1-46B9-B38D-EC0F6B79F397}"/>
                </a:ext>
              </a:extLst>
            </p:cNvPr>
            <p:cNvSpPr/>
            <p:nvPr/>
          </p:nvSpPr>
          <p:spPr>
            <a:xfrm>
              <a:off x="11344096" y="1001402"/>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E3C3ECCF-716A-4BDF-A6D4-784940546FF0}"/>
                </a:ext>
              </a:extLst>
            </p:cNvPr>
            <p:cNvSpPr/>
            <p:nvPr/>
          </p:nvSpPr>
          <p:spPr>
            <a:xfrm>
              <a:off x="11344096" y="1750503"/>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256A9374-A065-40C4-AD35-B8861C1E00EC}"/>
                </a:ext>
              </a:extLst>
            </p:cNvPr>
            <p:cNvSpPr/>
            <p:nvPr/>
          </p:nvSpPr>
          <p:spPr>
            <a:xfrm>
              <a:off x="11344096" y="2115364"/>
              <a:ext cx="634494" cy="748949"/>
            </a:xfrm>
            <a:custGeom>
              <a:avLst/>
              <a:gdLst>
                <a:gd name="connsiteX0" fmla="*/ 0 w 634494"/>
                <a:gd name="connsiteY0" fmla="*/ 748949 h 748949"/>
                <a:gd name="connsiteX1" fmla="*/ 0 w 634494"/>
                <a:gd name="connsiteY1" fmla="*/ 0 h 748949"/>
                <a:gd name="connsiteX2" fmla="*/ 634495 w 634494"/>
                <a:gd name="connsiteY2" fmla="*/ 383937 h 748949"/>
              </a:gdLst>
              <a:ahLst/>
              <a:cxnLst>
                <a:cxn ang="0">
                  <a:pos x="connsiteX0" y="connsiteY0"/>
                </a:cxn>
                <a:cxn ang="0">
                  <a:pos x="connsiteX1" y="connsiteY1"/>
                </a:cxn>
                <a:cxn ang="0">
                  <a:pos x="connsiteX2" y="connsiteY2"/>
                </a:cxn>
              </a:cxnLst>
              <a:rect l="l" t="t" r="r" b="b"/>
              <a:pathLst>
                <a:path w="634494" h="748949">
                  <a:moveTo>
                    <a:pt x="0" y="748949"/>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05A831A3-31F9-48D9-B055-2BDF20613700}"/>
                </a:ext>
              </a:extLst>
            </p:cNvPr>
            <p:cNvSpPr/>
            <p:nvPr/>
          </p:nvSpPr>
          <p:spPr>
            <a:xfrm>
              <a:off x="11344096" y="45334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84" name="任意多边形: 形状 83">
              <a:extLst>
                <a:ext uri="{FF2B5EF4-FFF2-40B4-BE49-F238E27FC236}">
                  <a16:creationId xmlns:a16="http://schemas.microsoft.com/office/drawing/2014/main" id="{D949364C-D94F-4A6F-9F17-B63762A60EFC}"/>
                </a:ext>
              </a:extLst>
            </p:cNvPr>
            <p:cNvSpPr/>
            <p:nvPr/>
          </p:nvSpPr>
          <p:spPr>
            <a:xfrm>
              <a:off x="11344096" y="1366263"/>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3"/>
            </a:solidFill>
            <a:ln w="15134" cap="flat">
              <a:no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BF409960-F04A-491B-8DFD-CF4857484724}"/>
                </a:ext>
              </a:extLst>
            </p:cNvPr>
            <p:cNvSpPr/>
            <p:nvPr/>
          </p:nvSpPr>
          <p:spPr>
            <a:xfrm>
              <a:off x="11344096" y="617162"/>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A0C525B4-DC10-44B4-A79F-A8B8F18DB114}"/>
                </a:ext>
              </a:extLst>
            </p:cNvPr>
            <p:cNvSpPr/>
            <p:nvPr/>
          </p:nvSpPr>
          <p:spPr>
            <a:xfrm>
              <a:off x="11344096" y="-13193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1"/>
            </a:solidFill>
            <a:ln w="15134" cap="flat">
              <a:no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D4D265B6-12ED-4958-8F3E-2979F0EBD3D1}"/>
                </a:ext>
              </a:extLst>
            </p:cNvPr>
            <p:cNvSpPr/>
            <p:nvPr/>
          </p:nvSpPr>
          <p:spPr>
            <a:xfrm>
              <a:off x="11344096" y="-88103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3"/>
            </a:solidFill>
            <a:ln w="15134" cap="flat">
              <a:no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19F3B3BB-8A52-4C9A-9A33-12B06A3DC2F7}"/>
                </a:ext>
              </a:extLst>
            </p:cNvPr>
            <p:cNvSpPr/>
            <p:nvPr/>
          </p:nvSpPr>
          <p:spPr>
            <a:xfrm>
              <a:off x="10709600" y="-131332"/>
              <a:ext cx="634495" cy="749100"/>
            </a:xfrm>
            <a:custGeom>
              <a:avLst/>
              <a:gdLst>
                <a:gd name="connsiteX0" fmla="*/ 634496 w 634495"/>
                <a:gd name="connsiteY0" fmla="*/ 0 h 749100"/>
                <a:gd name="connsiteX1" fmla="*/ 634496 w 634495"/>
                <a:gd name="connsiteY1" fmla="*/ 749101 h 749100"/>
                <a:gd name="connsiteX2" fmla="*/ 0 w 634495"/>
                <a:gd name="connsiteY2" fmla="*/ 365012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012"/>
                  </a:lnTo>
                  <a:close/>
                </a:path>
              </a:pathLst>
            </a:custGeom>
            <a:solidFill>
              <a:schemeClr val="accent4"/>
            </a:solidFill>
            <a:ln w="15134" cap="flat">
              <a:no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1DB17E22-2A1A-4167-A677-D534BAE3F2FE}"/>
                </a:ext>
              </a:extLst>
            </p:cNvPr>
            <p:cNvSpPr/>
            <p:nvPr/>
          </p:nvSpPr>
          <p:spPr>
            <a:xfrm>
              <a:off x="10709600" y="233679"/>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4"/>
            </a:solidFill>
            <a:ln w="15134" cap="flat">
              <a:no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E5C160B1-666D-4606-93C7-3F80CF1ADC41}"/>
                </a:ext>
              </a:extLst>
            </p:cNvPr>
            <p:cNvSpPr/>
            <p:nvPr/>
          </p:nvSpPr>
          <p:spPr>
            <a:xfrm>
              <a:off x="10709600" y="-515420"/>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2"/>
            </a:solidFill>
            <a:ln w="15134" cap="flat">
              <a:no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98CAE632-7A39-4402-841E-2BB264BF3C7E}"/>
                </a:ext>
              </a:extLst>
            </p:cNvPr>
            <p:cNvSpPr/>
            <p:nvPr/>
          </p:nvSpPr>
          <p:spPr>
            <a:xfrm>
              <a:off x="10074499" y="-514058"/>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911C0C22-F5BD-487D-8A40-A41CDDFC4674}"/>
                </a:ext>
              </a:extLst>
            </p:cNvPr>
            <p:cNvSpPr/>
            <p:nvPr/>
          </p:nvSpPr>
          <p:spPr>
            <a:xfrm>
              <a:off x="10074499" y="235042"/>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93" name="任意多边形: 形状 92">
              <a:extLst>
                <a:ext uri="{FF2B5EF4-FFF2-40B4-BE49-F238E27FC236}">
                  <a16:creationId xmlns:a16="http://schemas.microsoft.com/office/drawing/2014/main" id="{2CA153D4-B0DA-412A-BBEF-9DFBD8F1CFF5}"/>
                </a:ext>
              </a:extLst>
            </p:cNvPr>
            <p:cNvSpPr/>
            <p:nvPr/>
          </p:nvSpPr>
          <p:spPr>
            <a:xfrm>
              <a:off x="10074499" y="1619849"/>
              <a:ext cx="634495" cy="749100"/>
            </a:xfrm>
            <a:custGeom>
              <a:avLst/>
              <a:gdLst>
                <a:gd name="connsiteX0" fmla="*/ 634496 w 634495"/>
                <a:gd name="connsiteY0" fmla="*/ 0 h 749100"/>
                <a:gd name="connsiteX1" fmla="*/ 634496 w 634495"/>
                <a:gd name="connsiteY1" fmla="*/ 749101 h 749100"/>
                <a:gd name="connsiteX2" fmla="*/ 0 w 634495"/>
                <a:gd name="connsiteY2" fmla="*/ 365164 h 749100"/>
              </a:gdLst>
              <a:ahLst/>
              <a:cxnLst>
                <a:cxn ang="0">
                  <a:pos x="connsiteX0" y="connsiteY0"/>
                </a:cxn>
                <a:cxn ang="0">
                  <a:pos x="connsiteX1" y="connsiteY1"/>
                </a:cxn>
                <a:cxn ang="0">
                  <a:pos x="connsiteX2" y="connsiteY2"/>
                </a:cxn>
              </a:cxnLst>
              <a:rect l="l" t="t" r="r" b="b"/>
              <a:pathLst>
                <a:path w="634495" h="749100">
                  <a:moveTo>
                    <a:pt x="634496" y="0"/>
                  </a:moveTo>
                  <a:lnTo>
                    <a:pt x="634496" y="749101"/>
                  </a:lnTo>
                  <a:lnTo>
                    <a:pt x="0" y="365164"/>
                  </a:lnTo>
                  <a:close/>
                </a:path>
              </a:pathLst>
            </a:custGeom>
            <a:solidFill>
              <a:schemeClr val="accent2"/>
            </a:solidFill>
            <a:ln w="15134"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6B7D8077-6C82-4105-B615-817C488BCD35}"/>
                </a:ext>
              </a:extLst>
            </p:cNvPr>
            <p:cNvSpPr/>
            <p:nvPr/>
          </p:nvSpPr>
          <p:spPr>
            <a:xfrm>
              <a:off x="10074499" y="-149197"/>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rgbClr val="EFF8FC"/>
            </a:solidFill>
            <a:ln w="15134"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E4785CEF-0CBB-40AB-B33C-2AE6E93C1599}"/>
                </a:ext>
              </a:extLst>
            </p:cNvPr>
            <p:cNvSpPr/>
            <p:nvPr/>
          </p:nvSpPr>
          <p:spPr>
            <a:xfrm>
              <a:off x="10074499" y="-898298"/>
              <a:ext cx="634495" cy="749100"/>
            </a:xfrm>
            <a:custGeom>
              <a:avLst/>
              <a:gdLst>
                <a:gd name="connsiteX0" fmla="*/ 0 w 634495"/>
                <a:gd name="connsiteY0" fmla="*/ 749101 h 749100"/>
                <a:gd name="connsiteX1" fmla="*/ 0 w 634495"/>
                <a:gd name="connsiteY1" fmla="*/ 0 h 749100"/>
                <a:gd name="connsiteX2" fmla="*/ 634496 w 634495"/>
                <a:gd name="connsiteY2" fmla="*/ 383937 h 749100"/>
              </a:gdLst>
              <a:ahLst/>
              <a:cxnLst>
                <a:cxn ang="0">
                  <a:pos x="connsiteX0" y="connsiteY0"/>
                </a:cxn>
                <a:cxn ang="0">
                  <a:pos x="connsiteX1" y="connsiteY1"/>
                </a:cxn>
                <a:cxn ang="0">
                  <a:pos x="connsiteX2" y="connsiteY2"/>
                </a:cxn>
              </a:cxnLst>
              <a:rect l="l" t="t" r="r" b="b"/>
              <a:pathLst>
                <a:path w="634495" h="749100">
                  <a:moveTo>
                    <a:pt x="0" y="749101"/>
                  </a:moveTo>
                  <a:lnTo>
                    <a:pt x="0" y="0"/>
                  </a:lnTo>
                  <a:lnTo>
                    <a:pt x="634496" y="383937"/>
                  </a:lnTo>
                  <a:close/>
                </a:path>
              </a:pathLst>
            </a:custGeom>
            <a:solidFill>
              <a:schemeClr val="accent4"/>
            </a:solidFill>
            <a:ln w="15134"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1765419B-4743-47CF-B55E-E59E6D57DC86}"/>
                </a:ext>
              </a:extLst>
            </p:cNvPr>
            <p:cNvSpPr/>
            <p:nvPr/>
          </p:nvSpPr>
          <p:spPr>
            <a:xfrm>
              <a:off x="9440005" y="-131332"/>
              <a:ext cx="634494" cy="749100"/>
            </a:xfrm>
            <a:custGeom>
              <a:avLst/>
              <a:gdLst>
                <a:gd name="connsiteX0" fmla="*/ 634495 w 634494"/>
                <a:gd name="connsiteY0" fmla="*/ 0 h 749100"/>
                <a:gd name="connsiteX1" fmla="*/ 634495 w 634494"/>
                <a:gd name="connsiteY1" fmla="*/ 749101 h 749100"/>
                <a:gd name="connsiteX2" fmla="*/ 0 w 634494"/>
                <a:gd name="connsiteY2" fmla="*/ 365012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012"/>
                  </a:lnTo>
                  <a:close/>
                </a:path>
              </a:pathLst>
            </a:custGeom>
            <a:solidFill>
              <a:schemeClr val="accent2"/>
            </a:solidFill>
            <a:ln w="15134"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D7D15779-0EFD-4DFC-B804-58CB48610077}"/>
                </a:ext>
              </a:extLst>
            </p:cNvPr>
            <p:cNvSpPr/>
            <p:nvPr/>
          </p:nvSpPr>
          <p:spPr>
            <a:xfrm>
              <a:off x="7097778" y="-131332"/>
              <a:ext cx="634495" cy="749100"/>
            </a:xfrm>
            <a:custGeom>
              <a:avLst/>
              <a:gdLst>
                <a:gd name="connsiteX0" fmla="*/ 634495 w 634495"/>
                <a:gd name="connsiteY0" fmla="*/ 0 h 749100"/>
                <a:gd name="connsiteX1" fmla="*/ 634495 w 634495"/>
                <a:gd name="connsiteY1" fmla="*/ 749101 h 749100"/>
                <a:gd name="connsiteX2" fmla="*/ 0 w 634495"/>
                <a:gd name="connsiteY2" fmla="*/ 365012 h 749100"/>
              </a:gdLst>
              <a:ahLst/>
              <a:cxnLst>
                <a:cxn ang="0">
                  <a:pos x="connsiteX0" y="connsiteY0"/>
                </a:cxn>
                <a:cxn ang="0">
                  <a:pos x="connsiteX1" y="connsiteY1"/>
                </a:cxn>
                <a:cxn ang="0">
                  <a:pos x="connsiteX2" y="connsiteY2"/>
                </a:cxn>
              </a:cxnLst>
              <a:rect l="l" t="t" r="r" b="b"/>
              <a:pathLst>
                <a:path w="634495" h="749100">
                  <a:moveTo>
                    <a:pt x="634495" y="0"/>
                  </a:moveTo>
                  <a:lnTo>
                    <a:pt x="634495" y="749101"/>
                  </a:lnTo>
                  <a:lnTo>
                    <a:pt x="0" y="365012"/>
                  </a:lnTo>
                  <a:close/>
                </a:path>
              </a:pathLst>
            </a:custGeom>
            <a:solidFill>
              <a:schemeClr val="accent3"/>
            </a:solidFill>
            <a:ln w="15134"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A7F561C4-F0DB-49F7-90BF-0139AEBF0F13}"/>
                </a:ext>
              </a:extLst>
            </p:cNvPr>
            <p:cNvSpPr/>
            <p:nvPr/>
          </p:nvSpPr>
          <p:spPr>
            <a:xfrm>
              <a:off x="9440005" y="233679"/>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rgbClr val="EFF8FC"/>
            </a:solidFill>
            <a:ln w="15134"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064490BF-03FC-43DB-A013-B5443B132FB7}"/>
                </a:ext>
              </a:extLst>
            </p:cNvPr>
            <p:cNvSpPr/>
            <p:nvPr/>
          </p:nvSpPr>
          <p:spPr>
            <a:xfrm>
              <a:off x="9440005" y="-515420"/>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639AE5A3-5EF4-4BAF-B0E0-EF32C98C1D8C}"/>
                </a:ext>
              </a:extLst>
            </p:cNvPr>
            <p:cNvSpPr/>
            <p:nvPr/>
          </p:nvSpPr>
          <p:spPr>
            <a:xfrm>
              <a:off x="8805056" y="-514058"/>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chemeClr val="accent3"/>
            </a:solidFill>
            <a:ln w="15134"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F8FEB610-5099-4F6E-953D-C577018B1431}"/>
                </a:ext>
              </a:extLst>
            </p:cNvPr>
            <p:cNvSpPr/>
            <p:nvPr/>
          </p:nvSpPr>
          <p:spPr>
            <a:xfrm>
              <a:off x="8805056" y="235042"/>
              <a:ext cx="634494" cy="749100"/>
            </a:xfrm>
            <a:custGeom>
              <a:avLst/>
              <a:gdLst>
                <a:gd name="connsiteX0" fmla="*/ 634495 w 634494"/>
                <a:gd name="connsiteY0" fmla="*/ 0 h 749100"/>
                <a:gd name="connsiteX1" fmla="*/ 634495 w 634494"/>
                <a:gd name="connsiteY1" fmla="*/ 749101 h 749100"/>
                <a:gd name="connsiteX2" fmla="*/ 0 w 634494"/>
                <a:gd name="connsiteY2" fmla="*/ 365164 h 749100"/>
              </a:gdLst>
              <a:ahLst/>
              <a:cxnLst>
                <a:cxn ang="0">
                  <a:pos x="connsiteX0" y="connsiteY0"/>
                </a:cxn>
                <a:cxn ang="0">
                  <a:pos x="connsiteX1" y="connsiteY1"/>
                </a:cxn>
                <a:cxn ang="0">
                  <a:pos x="connsiteX2" y="connsiteY2"/>
                </a:cxn>
              </a:cxnLst>
              <a:rect l="l" t="t" r="r" b="b"/>
              <a:pathLst>
                <a:path w="634494" h="749100">
                  <a:moveTo>
                    <a:pt x="634495" y="0"/>
                  </a:moveTo>
                  <a:lnTo>
                    <a:pt x="634495" y="749101"/>
                  </a:lnTo>
                  <a:lnTo>
                    <a:pt x="0" y="365164"/>
                  </a:lnTo>
                  <a:close/>
                </a:path>
              </a:pathLst>
            </a:custGeom>
            <a:solidFill>
              <a:srgbClr val="EFF8FC"/>
            </a:solidFill>
            <a:ln w="15134"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307D8D40-D6F9-4A5F-8F62-9844FAD26960}"/>
                </a:ext>
              </a:extLst>
            </p:cNvPr>
            <p:cNvSpPr/>
            <p:nvPr/>
          </p:nvSpPr>
          <p:spPr>
            <a:xfrm>
              <a:off x="8805056" y="-149197"/>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3415187C-2BC7-42E5-90BE-788C9F2E2F74}"/>
                </a:ext>
              </a:extLst>
            </p:cNvPr>
            <p:cNvSpPr/>
            <p:nvPr/>
          </p:nvSpPr>
          <p:spPr>
            <a:xfrm>
              <a:off x="8805056" y="-898298"/>
              <a:ext cx="634494" cy="749100"/>
            </a:xfrm>
            <a:custGeom>
              <a:avLst/>
              <a:gdLst>
                <a:gd name="connsiteX0" fmla="*/ 0 w 634494"/>
                <a:gd name="connsiteY0" fmla="*/ 749101 h 749100"/>
                <a:gd name="connsiteX1" fmla="*/ 0 w 634494"/>
                <a:gd name="connsiteY1" fmla="*/ 0 h 749100"/>
                <a:gd name="connsiteX2" fmla="*/ 634495 w 634494"/>
                <a:gd name="connsiteY2" fmla="*/ 383937 h 749100"/>
              </a:gdLst>
              <a:ahLst/>
              <a:cxnLst>
                <a:cxn ang="0">
                  <a:pos x="connsiteX0" y="connsiteY0"/>
                </a:cxn>
                <a:cxn ang="0">
                  <a:pos x="connsiteX1" y="connsiteY1"/>
                </a:cxn>
                <a:cxn ang="0">
                  <a:pos x="connsiteX2" y="connsiteY2"/>
                </a:cxn>
              </a:cxnLst>
              <a:rect l="l" t="t" r="r" b="b"/>
              <a:pathLst>
                <a:path w="634494" h="749100">
                  <a:moveTo>
                    <a:pt x="0" y="749101"/>
                  </a:moveTo>
                  <a:lnTo>
                    <a:pt x="0" y="0"/>
                  </a:lnTo>
                  <a:lnTo>
                    <a:pt x="634495" y="383937"/>
                  </a:lnTo>
                  <a:close/>
                </a:path>
              </a:pathLst>
            </a:custGeom>
            <a:solidFill>
              <a:schemeClr val="accent4"/>
            </a:solidFill>
            <a:ln w="15134" cap="flat">
              <a:noFill/>
              <a:prstDash val="solid"/>
              <a:miter/>
            </a:ln>
          </p:spPr>
          <p:txBody>
            <a:bodyPr rtlCol="0" anchor="ctr"/>
            <a:lstStyle/>
            <a:p>
              <a:endParaRPr lang="zh-CN" altLang="en-US"/>
            </a:p>
          </p:txBody>
        </p:sp>
      </p:grpSp>
      <p:grpSp>
        <p:nvGrpSpPr>
          <p:cNvPr id="7" name="组合 6">
            <a:extLst>
              <a:ext uri="{FF2B5EF4-FFF2-40B4-BE49-F238E27FC236}">
                <a16:creationId xmlns:a16="http://schemas.microsoft.com/office/drawing/2014/main" id="{0ADD3880-EB86-47FF-9939-645FB7C335F1}"/>
              </a:ext>
            </a:extLst>
          </p:cNvPr>
          <p:cNvGrpSpPr/>
          <p:nvPr userDrawn="1"/>
        </p:nvGrpSpPr>
        <p:grpSpPr>
          <a:xfrm flipV="1">
            <a:off x="-1069762" y="720185"/>
            <a:ext cx="5077928" cy="7349150"/>
            <a:chOff x="-421540" y="-898298"/>
            <a:chExt cx="5077928" cy="7349150"/>
          </a:xfrm>
          <a:solidFill>
            <a:schemeClr val="accent1"/>
          </a:solidFill>
        </p:grpSpPr>
        <p:sp>
          <p:nvSpPr>
            <p:cNvPr id="8" name="任意多边形: 形状 7">
              <a:extLst>
                <a:ext uri="{FF2B5EF4-FFF2-40B4-BE49-F238E27FC236}">
                  <a16:creationId xmlns:a16="http://schemas.microsoft.com/office/drawing/2014/main" id="{50242FB6-44E1-4D27-A486-B0051836BFD8}"/>
                </a:ext>
              </a:extLst>
            </p:cNvPr>
            <p:cNvSpPr/>
            <p:nvPr/>
          </p:nvSpPr>
          <p:spPr>
            <a:xfrm>
              <a:off x="-421540"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365A42A9-7048-43A2-B16C-46C1EE0E4389}"/>
                </a:ext>
              </a:extLst>
            </p:cNvPr>
            <p:cNvSpPr/>
            <p:nvPr/>
          </p:nvSpPr>
          <p:spPr>
            <a:xfrm>
              <a:off x="-421540"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AFC4B19E-A58E-49A4-ACB7-832CCFCC4111}"/>
                </a:ext>
              </a:extLst>
            </p:cNvPr>
            <p:cNvSpPr/>
            <p:nvPr/>
          </p:nvSpPr>
          <p:spPr>
            <a:xfrm>
              <a:off x="-421540"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519B2B7D-8975-4D54-A7F6-98841A2B8FD3}"/>
                </a:ext>
              </a:extLst>
            </p:cNvPr>
            <p:cNvSpPr/>
            <p:nvPr/>
          </p:nvSpPr>
          <p:spPr>
            <a:xfrm>
              <a:off x="-421540"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BD9DF042-54F2-4361-AF23-D85F367963F1}"/>
                </a:ext>
              </a:extLst>
            </p:cNvPr>
            <p:cNvSpPr/>
            <p:nvPr/>
          </p:nvSpPr>
          <p:spPr>
            <a:xfrm>
              <a:off x="-421540"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2ACCE61C-109A-4048-B27E-2D3610895CCC}"/>
                </a:ext>
              </a:extLst>
            </p:cNvPr>
            <p:cNvSpPr/>
            <p:nvPr/>
          </p:nvSpPr>
          <p:spPr>
            <a:xfrm>
              <a:off x="-421540"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rgbClr val="D9EEF1"/>
            </a:solidFill>
            <a:ln w="15134"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73FAF753-D3DE-4CD8-BACA-BF8A1D0AF6E2}"/>
                </a:ext>
              </a:extLst>
            </p:cNvPr>
            <p:cNvSpPr/>
            <p:nvPr/>
          </p:nvSpPr>
          <p:spPr>
            <a:xfrm>
              <a:off x="-421540"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1"/>
            </a:solidFill>
            <a:ln w="15134"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0127B842-FC78-4953-914F-6D223D062287}"/>
                </a:ext>
              </a:extLst>
            </p:cNvPr>
            <p:cNvSpPr/>
            <p:nvPr/>
          </p:nvSpPr>
          <p:spPr>
            <a:xfrm>
              <a:off x="-421540"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1092D1DF-B7AF-4AF3-9321-CD799F695CF7}"/>
                </a:ext>
              </a:extLst>
            </p:cNvPr>
            <p:cNvSpPr/>
            <p:nvPr/>
          </p:nvSpPr>
          <p:spPr>
            <a:xfrm>
              <a:off x="-421540"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1"/>
            </a:solidFill>
            <a:ln w="15134"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9042E10F-AECC-4149-83E1-B86747E9E5A1}"/>
                </a:ext>
              </a:extLst>
            </p:cNvPr>
            <p:cNvSpPr/>
            <p:nvPr/>
          </p:nvSpPr>
          <p:spPr>
            <a:xfrm>
              <a:off x="-421540"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EE8317DD-4DFA-4F8B-8FDA-6EC1F139A46B}"/>
                </a:ext>
              </a:extLst>
            </p:cNvPr>
            <p:cNvSpPr/>
            <p:nvPr/>
          </p:nvSpPr>
          <p:spPr>
            <a:xfrm>
              <a:off x="213409"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8E3F740E-0539-4FB2-936D-6898F65ED6B4}"/>
                </a:ext>
              </a:extLst>
            </p:cNvPr>
            <p:cNvSpPr/>
            <p:nvPr/>
          </p:nvSpPr>
          <p:spPr>
            <a:xfrm>
              <a:off x="213409"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21BCDC25-7CA6-43B1-A10C-8FAC7F27B587}"/>
                </a:ext>
              </a:extLst>
            </p:cNvPr>
            <p:cNvSpPr/>
            <p:nvPr/>
          </p:nvSpPr>
          <p:spPr>
            <a:xfrm>
              <a:off x="213409"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466A74BD-F911-4DE1-BBEE-24A290FECCEC}"/>
                </a:ext>
              </a:extLst>
            </p:cNvPr>
            <p:cNvSpPr/>
            <p:nvPr/>
          </p:nvSpPr>
          <p:spPr>
            <a:xfrm>
              <a:off x="213409"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D9EEF1"/>
            </a:solidFill>
            <a:ln w="15134"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05609464-EE37-4E10-9B1B-1DDA0763E08A}"/>
                </a:ext>
              </a:extLst>
            </p:cNvPr>
            <p:cNvSpPr/>
            <p:nvPr/>
          </p:nvSpPr>
          <p:spPr>
            <a:xfrm>
              <a:off x="213409" y="5701903"/>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D9EEF1"/>
            </a:solidFill>
            <a:ln w="15134"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271B10EF-4337-4037-B5E6-B7636C73C94C}"/>
                </a:ext>
              </a:extLst>
            </p:cNvPr>
            <p:cNvSpPr/>
            <p:nvPr/>
          </p:nvSpPr>
          <p:spPr>
            <a:xfrm>
              <a:off x="213409" y="24996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EF5F457B-F4E5-48A1-B65A-3EC847A90B69}"/>
                </a:ext>
              </a:extLst>
            </p:cNvPr>
            <p:cNvSpPr/>
            <p:nvPr/>
          </p:nvSpPr>
          <p:spPr>
            <a:xfrm>
              <a:off x="213409"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7D7DD8CF-3252-4BE7-8176-C79CC820D710}"/>
                </a:ext>
              </a:extLst>
            </p:cNvPr>
            <p:cNvSpPr/>
            <p:nvPr/>
          </p:nvSpPr>
          <p:spPr>
            <a:xfrm>
              <a:off x="213409"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544308DA-ADA6-41A9-A435-B5B50D63924A}"/>
                </a:ext>
              </a:extLst>
            </p:cNvPr>
            <p:cNvSpPr/>
            <p:nvPr/>
          </p:nvSpPr>
          <p:spPr>
            <a:xfrm>
              <a:off x="213409"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12F9BDA3-72D3-433A-8D5A-0100D74B23CB}"/>
                </a:ext>
              </a:extLst>
            </p:cNvPr>
            <p:cNvSpPr/>
            <p:nvPr/>
          </p:nvSpPr>
          <p:spPr>
            <a:xfrm>
              <a:off x="213409"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08B2593A-6ABA-4A39-A438-11D71370C5FA}"/>
                </a:ext>
              </a:extLst>
            </p:cNvPr>
            <p:cNvSpPr/>
            <p:nvPr/>
          </p:nvSpPr>
          <p:spPr>
            <a:xfrm>
              <a:off x="213409"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50ED3D29-509C-4484-9CFD-646A12B276A8}"/>
                </a:ext>
              </a:extLst>
            </p:cNvPr>
            <p:cNvSpPr/>
            <p:nvPr/>
          </p:nvSpPr>
          <p:spPr>
            <a:xfrm>
              <a:off x="847904" y="-114073"/>
              <a:ext cx="634495" cy="749100"/>
            </a:xfrm>
            <a:custGeom>
              <a:avLst/>
              <a:gdLst>
                <a:gd name="connsiteX0" fmla="*/ 0 w 634495"/>
                <a:gd name="connsiteY0" fmla="*/ 0 h 749100"/>
                <a:gd name="connsiteX1" fmla="*/ 0 w 634495"/>
                <a:gd name="connsiteY1" fmla="*/ 749101 h 749100"/>
                <a:gd name="connsiteX2" fmla="*/ 634495 w 634495"/>
                <a:gd name="connsiteY2" fmla="*/ 365013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3"/>
                  </a:lnTo>
                  <a:close/>
                </a:path>
              </a:pathLst>
            </a:custGeom>
            <a:solidFill>
              <a:schemeClr val="accent3"/>
            </a:solidFill>
            <a:ln w="15134"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53F67797-FC2E-490B-8AA4-A8AB7FD07C75}"/>
                </a:ext>
              </a:extLst>
            </p:cNvPr>
            <p:cNvSpPr/>
            <p:nvPr/>
          </p:nvSpPr>
          <p:spPr>
            <a:xfrm>
              <a:off x="847904" y="635027"/>
              <a:ext cx="634495" cy="748949"/>
            </a:xfrm>
            <a:custGeom>
              <a:avLst/>
              <a:gdLst>
                <a:gd name="connsiteX0" fmla="*/ 0 w 634495"/>
                <a:gd name="connsiteY0" fmla="*/ 0 h 748949"/>
                <a:gd name="connsiteX1" fmla="*/ 0 w 634495"/>
                <a:gd name="connsiteY1" fmla="*/ 748949 h 748949"/>
                <a:gd name="connsiteX2" fmla="*/ 634495 w 634495"/>
                <a:gd name="connsiteY2" fmla="*/ 365013 h 748949"/>
              </a:gdLst>
              <a:ahLst/>
              <a:cxnLst>
                <a:cxn ang="0">
                  <a:pos x="connsiteX0" y="connsiteY0"/>
                </a:cxn>
                <a:cxn ang="0">
                  <a:pos x="connsiteX1" y="connsiteY1"/>
                </a:cxn>
                <a:cxn ang="0">
                  <a:pos x="connsiteX2" y="connsiteY2"/>
                </a:cxn>
              </a:cxnLst>
              <a:rect l="l" t="t" r="r" b="b"/>
              <a:pathLst>
                <a:path w="634495" h="748949">
                  <a:moveTo>
                    <a:pt x="0" y="0"/>
                  </a:moveTo>
                  <a:lnTo>
                    <a:pt x="0" y="748949"/>
                  </a:lnTo>
                  <a:lnTo>
                    <a:pt x="634495" y="365013"/>
                  </a:lnTo>
                  <a:close/>
                </a:path>
              </a:pathLst>
            </a:custGeom>
            <a:solidFill>
              <a:srgbClr val="EFF8FC"/>
            </a:solidFill>
            <a:ln w="15134"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D4ED0220-6F9F-4FB5-89E9-11C1B207203D}"/>
                </a:ext>
              </a:extLst>
            </p:cNvPr>
            <p:cNvSpPr/>
            <p:nvPr/>
          </p:nvSpPr>
          <p:spPr>
            <a:xfrm>
              <a:off x="847904" y="1383976"/>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lumMod val="20000"/>
                <a:lumOff val="80000"/>
              </a:schemeClr>
            </a:solidFill>
            <a:ln w="15134"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9CABDB52-AD42-4733-A699-C678F09EAE95}"/>
                </a:ext>
              </a:extLst>
            </p:cNvPr>
            <p:cNvSpPr/>
            <p:nvPr/>
          </p:nvSpPr>
          <p:spPr>
            <a:xfrm>
              <a:off x="847904" y="2133077"/>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ED579B95-D43B-4FF3-9749-9F0113B5857B}"/>
                </a:ext>
              </a:extLst>
            </p:cNvPr>
            <p:cNvSpPr/>
            <p:nvPr/>
          </p:nvSpPr>
          <p:spPr>
            <a:xfrm>
              <a:off x="847904" y="288217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0D9000D4-9A10-480E-841E-729A025CF52F}"/>
                </a:ext>
              </a:extLst>
            </p:cNvPr>
            <p:cNvSpPr/>
            <p:nvPr/>
          </p:nvSpPr>
          <p:spPr>
            <a:xfrm>
              <a:off x="847904" y="24980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4"/>
            </a:solidFill>
            <a:ln w="15134"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C1E91217-C812-4E0A-9BD1-1D16D7B122C4}"/>
                </a:ext>
              </a:extLst>
            </p:cNvPr>
            <p:cNvSpPr/>
            <p:nvPr/>
          </p:nvSpPr>
          <p:spPr>
            <a:xfrm>
              <a:off x="847904" y="1748989"/>
              <a:ext cx="634495" cy="749100"/>
            </a:xfrm>
            <a:custGeom>
              <a:avLst/>
              <a:gdLst>
                <a:gd name="connsiteX0" fmla="*/ 634495 w 634495"/>
                <a:gd name="connsiteY0" fmla="*/ 749101 h 749100"/>
                <a:gd name="connsiteX1" fmla="*/ 634495 w 634495"/>
                <a:gd name="connsiteY1" fmla="*/ 0 h 749100"/>
                <a:gd name="connsiteX2" fmla="*/ 0 w 634495"/>
                <a:gd name="connsiteY2" fmla="*/ 384088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4088"/>
                  </a:lnTo>
                  <a:close/>
                </a:path>
              </a:pathLst>
            </a:custGeom>
            <a:solidFill>
              <a:schemeClr val="accent2"/>
            </a:solidFill>
            <a:ln w="15134"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200E0DA9-CA69-4956-BD0C-E91900F19EA2}"/>
                </a:ext>
              </a:extLst>
            </p:cNvPr>
            <p:cNvSpPr/>
            <p:nvPr/>
          </p:nvSpPr>
          <p:spPr>
            <a:xfrm>
              <a:off x="847904" y="1000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2CECDE1A-C1D7-43CD-9C35-D6EFFA987637}"/>
                </a:ext>
              </a:extLst>
            </p:cNvPr>
            <p:cNvSpPr/>
            <p:nvPr/>
          </p:nvSpPr>
          <p:spPr>
            <a:xfrm>
              <a:off x="847904" y="250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1FEF52FC-7DFD-40F6-ACFE-B7140B1EA307}"/>
                </a:ext>
              </a:extLst>
            </p:cNvPr>
            <p:cNvSpPr/>
            <p:nvPr/>
          </p:nvSpPr>
          <p:spPr>
            <a:xfrm>
              <a:off x="847904" y="-498161"/>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D8CB3AF9-D55E-4510-B81D-0FB593602C34}"/>
                </a:ext>
              </a:extLst>
            </p:cNvPr>
            <p:cNvSpPr/>
            <p:nvPr/>
          </p:nvSpPr>
          <p:spPr>
            <a:xfrm>
              <a:off x="1483004" y="-49679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C8E7F1"/>
            </a:solidFill>
            <a:ln w="15134"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AE508EB9-FD0B-46C7-A2DA-BFDA156166D3}"/>
                </a:ext>
              </a:extLst>
            </p:cNvPr>
            <p:cNvSpPr/>
            <p:nvPr/>
          </p:nvSpPr>
          <p:spPr>
            <a:xfrm>
              <a:off x="1483004" y="252301"/>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13DB3F56-FB23-4436-97AA-B523C0E69C96}"/>
                </a:ext>
              </a:extLst>
            </p:cNvPr>
            <p:cNvSpPr/>
            <p:nvPr/>
          </p:nvSpPr>
          <p:spPr>
            <a:xfrm>
              <a:off x="1483004" y="100140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FDC2AF93-292E-4FC1-95C4-2B43000405C6}"/>
                </a:ext>
              </a:extLst>
            </p:cNvPr>
            <p:cNvSpPr/>
            <p:nvPr/>
          </p:nvSpPr>
          <p:spPr>
            <a:xfrm>
              <a:off x="1483004" y="1750503"/>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D0DE110A-2747-439E-932C-9C8F43B4ECF1}"/>
                </a:ext>
              </a:extLst>
            </p:cNvPr>
            <p:cNvSpPr/>
            <p:nvPr/>
          </p:nvSpPr>
          <p:spPr>
            <a:xfrm>
              <a:off x="1483004" y="2115364"/>
              <a:ext cx="634495" cy="748949"/>
            </a:xfrm>
            <a:custGeom>
              <a:avLst/>
              <a:gdLst>
                <a:gd name="connsiteX0" fmla="*/ 634495 w 634495"/>
                <a:gd name="connsiteY0" fmla="*/ 748949 h 748949"/>
                <a:gd name="connsiteX1" fmla="*/ 634495 w 634495"/>
                <a:gd name="connsiteY1" fmla="*/ 0 h 748949"/>
                <a:gd name="connsiteX2" fmla="*/ 0 w 634495"/>
                <a:gd name="connsiteY2" fmla="*/ 383937 h 748949"/>
              </a:gdLst>
              <a:ahLst/>
              <a:cxnLst>
                <a:cxn ang="0">
                  <a:pos x="connsiteX0" y="connsiteY0"/>
                </a:cxn>
                <a:cxn ang="0">
                  <a:pos x="connsiteX1" y="connsiteY1"/>
                </a:cxn>
                <a:cxn ang="0">
                  <a:pos x="connsiteX2" y="connsiteY2"/>
                </a:cxn>
              </a:cxnLst>
              <a:rect l="l" t="t" r="r" b="b"/>
              <a:pathLst>
                <a:path w="634495" h="748949">
                  <a:moveTo>
                    <a:pt x="634495" y="748949"/>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47A94F97-A021-4BF9-B6F7-56A603ECF8D3}"/>
                </a:ext>
              </a:extLst>
            </p:cNvPr>
            <p:cNvSpPr/>
            <p:nvPr/>
          </p:nvSpPr>
          <p:spPr>
            <a:xfrm>
              <a:off x="1483004" y="1366263"/>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EC5054F5-72A7-4DDB-87A9-C96DD9C2E6A3}"/>
                </a:ext>
              </a:extLst>
            </p:cNvPr>
            <p:cNvSpPr/>
            <p:nvPr/>
          </p:nvSpPr>
          <p:spPr>
            <a:xfrm>
              <a:off x="1483004" y="617162"/>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10288FF9-5263-442A-8604-E4BE7C33CBB5}"/>
                </a:ext>
              </a:extLst>
            </p:cNvPr>
            <p:cNvSpPr/>
            <p:nvPr/>
          </p:nvSpPr>
          <p:spPr>
            <a:xfrm>
              <a:off x="1483004" y="-13193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3EF3E059-06E4-4677-85D1-B419534D1CB4}"/>
                </a:ext>
              </a:extLst>
            </p:cNvPr>
            <p:cNvSpPr/>
            <p:nvPr/>
          </p:nvSpPr>
          <p:spPr>
            <a:xfrm>
              <a:off x="1483004" y="-88103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E69C5F46-8075-4E7F-8602-6A7057305581}"/>
                </a:ext>
              </a:extLst>
            </p:cNvPr>
            <p:cNvSpPr/>
            <p:nvPr/>
          </p:nvSpPr>
          <p:spPr>
            <a:xfrm>
              <a:off x="2117499" y="-131332"/>
              <a:ext cx="634494" cy="749100"/>
            </a:xfrm>
            <a:custGeom>
              <a:avLst/>
              <a:gdLst>
                <a:gd name="connsiteX0" fmla="*/ 0 w 634494"/>
                <a:gd name="connsiteY0" fmla="*/ 0 h 749100"/>
                <a:gd name="connsiteX1" fmla="*/ 0 w 634494"/>
                <a:gd name="connsiteY1" fmla="*/ 749101 h 749100"/>
                <a:gd name="connsiteX2" fmla="*/ 634495 w 634494"/>
                <a:gd name="connsiteY2" fmla="*/ 365012 h 749100"/>
              </a:gdLst>
              <a:ahLst/>
              <a:cxnLst>
                <a:cxn ang="0">
                  <a:pos x="connsiteX0" y="connsiteY0"/>
                </a:cxn>
                <a:cxn ang="0">
                  <a:pos x="connsiteX1" y="connsiteY1"/>
                </a:cxn>
                <a:cxn ang="0">
                  <a:pos x="connsiteX2" y="connsiteY2"/>
                </a:cxn>
              </a:cxnLst>
              <a:rect l="l" t="t" r="r" b="b"/>
              <a:pathLst>
                <a:path w="634494" h="749100">
                  <a:moveTo>
                    <a:pt x="0" y="0"/>
                  </a:moveTo>
                  <a:lnTo>
                    <a:pt x="0" y="749101"/>
                  </a:lnTo>
                  <a:lnTo>
                    <a:pt x="634495" y="365012"/>
                  </a:lnTo>
                  <a:close/>
                </a:path>
              </a:pathLst>
            </a:custGeom>
            <a:solidFill>
              <a:schemeClr val="accent4"/>
            </a:solidFill>
            <a:ln w="15134"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4D085D10-61F5-4BFD-9F2D-FE34C9D90857}"/>
                </a:ext>
              </a:extLst>
            </p:cNvPr>
            <p:cNvSpPr/>
            <p:nvPr/>
          </p:nvSpPr>
          <p:spPr>
            <a:xfrm>
              <a:off x="2117499" y="233679"/>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2BAE4051-C5CD-4F0E-9AEF-308BBCDC4717}"/>
                </a:ext>
              </a:extLst>
            </p:cNvPr>
            <p:cNvSpPr/>
            <p:nvPr/>
          </p:nvSpPr>
          <p:spPr>
            <a:xfrm>
              <a:off x="2117499" y="-515420"/>
              <a:ext cx="634494" cy="749100"/>
            </a:xfrm>
            <a:custGeom>
              <a:avLst/>
              <a:gdLst>
                <a:gd name="connsiteX0" fmla="*/ 634495 w 634494"/>
                <a:gd name="connsiteY0" fmla="*/ 749101 h 749100"/>
                <a:gd name="connsiteX1" fmla="*/ 634495 w 634494"/>
                <a:gd name="connsiteY1" fmla="*/ 0 h 749100"/>
                <a:gd name="connsiteX2" fmla="*/ 0 w 634494"/>
                <a:gd name="connsiteY2" fmla="*/ 383937 h 749100"/>
              </a:gdLst>
              <a:ahLst/>
              <a:cxnLst>
                <a:cxn ang="0">
                  <a:pos x="connsiteX0" y="connsiteY0"/>
                </a:cxn>
                <a:cxn ang="0">
                  <a:pos x="connsiteX1" y="connsiteY1"/>
                </a:cxn>
                <a:cxn ang="0">
                  <a:pos x="connsiteX2" y="connsiteY2"/>
                </a:cxn>
              </a:cxnLst>
              <a:rect l="l" t="t" r="r" b="b"/>
              <a:pathLst>
                <a:path w="634494" h="749100">
                  <a:moveTo>
                    <a:pt x="634495" y="749101"/>
                  </a:moveTo>
                  <a:lnTo>
                    <a:pt x="634495" y="0"/>
                  </a:lnTo>
                  <a:lnTo>
                    <a:pt x="0" y="383937"/>
                  </a:lnTo>
                  <a:close/>
                </a:path>
              </a:pathLst>
            </a:custGeom>
            <a:solidFill>
              <a:schemeClr val="accent3"/>
            </a:solidFill>
            <a:ln w="15134"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B4CCD10A-B539-4EFF-94AF-5E3F64780A4E}"/>
                </a:ext>
              </a:extLst>
            </p:cNvPr>
            <p:cNvSpPr/>
            <p:nvPr/>
          </p:nvSpPr>
          <p:spPr>
            <a:xfrm>
              <a:off x="2752448"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3"/>
            </a:solidFill>
            <a:ln w="15134"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65BFEEFA-2780-415E-9485-92AB35F12CAB}"/>
                </a:ext>
              </a:extLst>
            </p:cNvPr>
            <p:cNvSpPr/>
            <p:nvPr/>
          </p:nvSpPr>
          <p:spPr>
            <a:xfrm>
              <a:off x="2752448"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BB963316-EEBD-4ADC-B064-A240B0D2E189}"/>
                </a:ext>
              </a:extLst>
            </p:cNvPr>
            <p:cNvSpPr/>
            <p:nvPr/>
          </p:nvSpPr>
          <p:spPr>
            <a:xfrm>
              <a:off x="2752448" y="1619849"/>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1"/>
            </a:solidFill>
            <a:ln w="15134"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EF7C95F9-40C8-4897-9DDC-51BD84365139}"/>
                </a:ext>
              </a:extLst>
            </p:cNvPr>
            <p:cNvSpPr/>
            <p:nvPr/>
          </p:nvSpPr>
          <p:spPr>
            <a:xfrm>
              <a:off x="2752448"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75789BF2-7606-4656-B663-3C383016123C}"/>
                </a:ext>
              </a:extLst>
            </p:cNvPr>
            <p:cNvSpPr/>
            <p:nvPr/>
          </p:nvSpPr>
          <p:spPr>
            <a:xfrm>
              <a:off x="2752448"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163EE913-5540-42B0-B668-4FB5F2D81647}"/>
                </a:ext>
              </a:extLst>
            </p:cNvPr>
            <p:cNvSpPr/>
            <p:nvPr/>
          </p:nvSpPr>
          <p:spPr>
            <a:xfrm>
              <a:off x="3386943" y="-131332"/>
              <a:ext cx="634495" cy="749100"/>
            </a:xfrm>
            <a:custGeom>
              <a:avLst/>
              <a:gdLst>
                <a:gd name="connsiteX0" fmla="*/ 0 w 634495"/>
                <a:gd name="connsiteY0" fmla="*/ 0 h 749100"/>
                <a:gd name="connsiteX1" fmla="*/ 0 w 634495"/>
                <a:gd name="connsiteY1" fmla="*/ 749101 h 749100"/>
                <a:gd name="connsiteX2" fmla="*/ 634495 w 634495"/>
                <a:gd name="connsiteY2" fmla="*/ 365012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012"/>
                  </a:lnTo>
                  <a:close/>
                </a:path>
              </a:pathLst>
            </a:custGeom>
            <a:solidFill>
              <a:schemeClr val="accent1"/>
            </a:solidFill>
            <a:ln w="15134" cap="flat">
              <a:no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4963F0CD-FC49-46B6-BA5A-C10BCBBC3243}"/>
                </a:ext>
              </a:extLst>
            </p:cNvPr>
            <p:cNvSpPr/>
            <p:nvPr/>
          </p:nvSpPr>
          <p:spPr>
            <a:xfrm>
              <a:off x="3386943" y="233679"/>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EFF8FC"/>
            </a:solidFill>
            <a:ln w="15134" cap="flat">
              <a:no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8776CB9D-9FC7-44D6-9780-09E8C4E86703}"/>
                </a:ext>
              </a:extLst>
            </p:cNvPr>
            <p:cNvSpPr/>
            <p:nvPr/>
          </p:nvSpPr>
          <p:spPr>
            <a:xfrm>
              <a:off x="3386943" y="-515420"/>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59018925-6E3E-4BB7-AFF4-C3DD2A637CED}"/>
                </a:ext>
              </a:extLst>
            </p:cNvPr>
            <p:cNvSpPr/>
            <p:nvPr/>
          </p:nvSpPr>
          <p:spPr>
            <a:xfrm>
              <a:off x="4021893" y="-514058"/>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chemeClr val="accent2"/>
            </a:solidFill>
            <a:ln w="15134" cap="flat">
              <a:noFill/>
              <a:prstDash val="solid"/>
              <a:miter/>
            </a:ln>
          </p:spPr>
          <p:txBody>
            <a:bodyPr rtlCol="0" anchor="ctr"/>
            <a:lstStyle/>
            <a:p>
              <a:endParaRPr lang="zh-CN" altLang="en-US"/>
            </a:p>
          </p:txBody>
        </p:sp>
        <p:sp>
          <p:nvSpPr>
            <p:cNvPr id="64" name="任意多边形: 形状 63">
              <a:extLst>
                <a:ext uri="{FF2B5EF4-FFF2-40B4-BE49-F238E27FC236}">
                  <a16:creationId xmlns:a16="http://schemas.microsoft.com/office/drawing/2014/main" id="{90FAA80B-7573-47C4-82B8-87C81636A0FA}"/>
                </a:ext>
              </a:extLst>
            </p:cNvPr>
            <p:cNvSpPr/>
            <p:nvPr/>
          </p:nvSpPr>
          <p:spPr>
            <a:xfrm>
              <a:off x="4021893" y="235042"/>
              <a:ext cx="634495" cy="749100"/>
            </a:xfrm>
            <a:custGeom>
              <a:avLst/>
              <a:gdLst>
                <a:gd name="connsiteX0" fmla="*/ 0 w 634495"/>
                <a:gd name="connsiteY0" fmla="*/ 0 h 749100"/>
                <a:gd name="connsiteX1" fmla="*/ 0 w 634495"/>
                <a:gd name="connsiteY1" fmla="*/ 749101 h 749100"/>
                <a:gd name="connsiteX2" fmla="*/ 634495 w 634495"/>
                <a:gd name="connsiteY2" fmla="*/ 365164 h 749100"/>
              </a:gdLst>
              <a:ahLst/>
              <a:cxnLst>
                <a:cxn ang="0">
                  <a:pos x="connsiteX0" y="connsiteY0"/>
                </a:cxn>
                <a:cxn ang="0">
                  <a:pos x="connsiteX1" y="connsiteY1"/>
                </a:cxn>
                <a:cxn ang="0">
                  <a:pos x="connsiteX2" y="connsiteY2"/>
                </a:cxn>
              </a:cxnLst>
              <a:rect l="l" t="t" r="r" b="b"/>
              <a:pathLst>
                <a:path w="634495" h="749100">
                  <a:moveTo>
                    <a:pt x="0" y="0"/>
                  </a:moveTo>
                  <a:lnTo>
                    <a:pt x="0" y="749101"/>
                  </a:lnTo>
                  <a:lnTo>
                    <a:pt x="634495" y="365164"/>
                  </a:lnTo>
                  <a:close/>
                </a:path>
              </a:pathLst>
            </a:custGeom>
            <a:solidFill>
              <a:srgbClr val="EFF8FC"/>
            </a:solidFill>
            <a:ln w="15134"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518C2F8F-8BFA-4F88-A441-0171FDFA36F1}"/>
                </a:ext>
              </a:extLst>
            </p:cNvPr>
            <p:cNvSpPr/>
            <p:nvPr/>
          </p:nvSpPr>
          <p:spPr>
            <a:xfrm>
              <a:off x="4021893" y="-149197"/>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chemeClr val="accent4"/>
            </a:solidFill>
            <a:ln w="15134"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A4A7B9AB-E56C-4CD7-B4EF-39636BE69F93}"/>
                </a:ext>
              </a:extLst>
            </p:cNvPr>
            <p:cNvSpPr/>
            <p:nvPr/>
          </p:nvSpPr>
          <p:spPr>
            <a:xfrm>
              <a:off x="4021893" y="-898298"/>
              <a:ext cx="634495" cy="749100"/>
            </a:xfrm>
            <a:custGeom>
              <a:avLst/>
              <a:gdLst>
                <a:gd name="connsiteX0" fmla="*/ 634495 w 634495"/>
                <a:gd name="connsiteY0" fmla="*/ 749101 h 749100"/>
                <a:gd name="connsiteX1" fmla="*/ 634495 w 634495"/>
                <a:gd name="connsiteY1" fmla="*/ 0 h 749100"/>
                <a:gd name="connsiteX2" fmla="*/ 0 w 634495"/>
                <a:gd name="connsiteY2" fmla="*/ 383937 h 749100"/>
              </a:gdLst>
              <a:ahLst/>
              <a:cxnLst>
                <a:cxn ang="0">
                  <a:pos x="connsiteX0" y="connsiteY0"/>
                </a:cxn>
                <a:cxn ang="0">
                  <a:pos x="connsiteX1" y="connsiteY1"/>
                </a:cxn>
                <a:cxn ang="0">
                  <a:pos x="connsiteX2" y="connsiteY2"/>
                </a:cxn>
              </a:cxnLst>
              <a:rect l="l" t="t" r="r" b="b"/>
              <a:pathLst>
                <a:path w="634495" h="749100">
                  <a:moveTo>
                    <a:pt x="634495" y="749101"/>
                  </a:moveTo>
                  <a:lnTo>
                    <a:pt x="634495" y="0"/>
                  </a:lnTo>
                  <a:lnTo>
                    <a:pt x="0" y="383937"/>
                  </a:lnTo>
                  <a:close/>
                </a:path>
              </a:pathLst>
            </a:custGeom>
            <a:solidFill>
              <a:srgbClr val="C8E7F1"/>
            </a:solidFill>
            <a:ln w="15134"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7">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2026/3/11</a:t>
            </a:fld>
            <a:endParaRPr lang="zh-CN" altLang="en-US"/>
          </a:p>
        </p:txBody>
      </p:sp>
      <p:sp>
        <p:nvSpPr>
          <p:cNvPr id="9" name="页脚占位符 8">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OfficePLUS</a:t>
            </a:r>
            <a:endParaRPr lang="zh-CN" altLang="en-US" dirty="0"/>
          </a:p>
        </p:txBody>
      </p:sp>
      <p:sp>
        <p:nvSpPr>
          <p:cNvPr id="10" name="灯片编号占位符 9">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xml"/><Relationship Id="rId5" Type="http://schemas.openxmlformats.org/officeDocument/2006/relationships/slideLayout" Target="../slideLayouts/slideLayout4.xml"/><Relationship Id="rId4"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notesSlide" Target="../notesSlides/notesSlide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4.xml"/><Relationship Id="rId5" Type="http://schemas.openxmlformats.org/officeDocument/2006/relationships/tags" Target="../tags/tag13.xml"/><Relationship Id="rId4"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4.xml"/><Relationship Id="rId5" Type="http://schemas.openxmlformats.org/officeDocument/2006/relationships/slideLayout" Target="../slideLayouts/slideLayout4.xml"/><Relationship Id="rId4" Type="http://schemas.openxmlformats.org/officeDocument/2006/relationships/tags" Target="../tags/tag17.xml"/></Relationships>
</file>

<file path=ppt/slides/_rels/slide10.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tags" Target="../tags/tag21.xml"/></Relationships>
</file>

<file path=ppt/slides/_rels/slide11.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tags" Target="../tags/tag25.xml"/></Relationships>
</file>

<file path=ppt/slides/_rels/slide12.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tags" Target="../tags/tag29.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8.xml"/><Relationship Id="rId5" Type="http://schemas.openxmlformats.org/officeDocument/2006/relationships/slideLayout" Target="../slideLayouts/slideLayout4.xml"/><Relationship Id="rId4" Type="http://schemas.openxmlformats.org/officeDocument/2006/relationships/tags" Target="../tags/tag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1.png"/><Relationship Id="rId4"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notesSlide" Target="../notesSlides/notesSlide10.xml"/><Relationship Id="rId5" Type="http://schemas.openxmlformats.org/officeDocument/2006/relationships/tags" Target="../tags/tag41.xml"/><Relationship Id="rId10" Type="http://schemas.openxmlformats.org/officeDocument/2006/relationships/slideLayout" Target="../slideLayouts/slideLayout4.xml"/><Relationship Id="rId4" Type="http://schemas.openxmlformats.org/officeDocument/2006/relationships/tags" Target="../tags/tag40.xml"/><Relationship Id="rId9" Type="http://schemas.openxmlformats.org/officeDocument/2006/relationships/tags" Target="../tags/tag45.xml"/></Relationships>
</file>

<file path=ppt/slides/_rels/slide17.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21" Type="http://schemas.openxmlformats.org/officeDocument/2006/relationships/slideLayout" Target="../slideLayouts/slideLayout4.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10" Type="http://schemas.openxmlformats.org/officeDocument/2006/relationships/tags" Target="../tags/tag55.xml"/><Relationship Id="rId19" Type="http://schemas.openxmlformats.org/officeDocument/2006/relationships/tags" Target="../tags/tag64.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19.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1.png"/><Relationship Id="rId4"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slideLayout" Target="../slideLayouts/slideLayout4.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22.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notesSlide" Target="../notesSlides/notesSlide14.xml"/><Relationship Id="rId10" Type="http://schemas.openxmlformats.org/officeDocument/2006/relationships/tags" Target="../tags/tag96.xml"/><Relationship Id="rId19" Type="http://schemas.openxmlformats.org/officeDocument/2006/relationships/tags" Target="../tags/tag105.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18" Type="http://schemas.openxmlformats.org/officeDocument/2006/relationships/slideLayout" Target="../slideLayouts/slideLayout4.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tags" Target="../tags/tag119.xml"/><Relationship Id="rId17" Type="http://schemas.openxmlformats.org/officeDocument/2006/relationships/tags" Target="../tags/tag124.xml"/><Relationship Id="rId2" Type="http://schemas.openxmlformats.org/officeDocument/2006/relationships/tags" Target="../tags/tag109.xml"/><Relationship Id="rId16" Type="http://schemas.openxmlformats.org/officeDocument/2006/relationships/tags" Target="../tags/tag123.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5" Type="http://schemas.openxmlformats.org/officeDocument/2006/relationships/tags" Target="../tags/tag12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tags" Target="../tags/tag121.xml"/></Relationships>
</file>

<file path=ppt/slides/_rels/slide24.xml.rels><?xml version="1.0" encoding="UTF-8" standalone="yes"?>
<Relationships xmlns="http://schemas.openxmlformats.org/package/2006/relationships"><Relationship Id="rId8" Type="http://schemas.openxmlformats.org/officeDocument/2006/relationships/tags" Target="../tags/tag132.xml"/><Relationship Id="rId13" Type="http://schemas.openxmlformats.org/officeDocument/2006/relationships/tags" Target="../tags/tag137.xml"/><Relationship Id="rId18" Type="http://schemas.openxmlformats.org/officeDocument/2006/relationships/tags" Target="../tags/tag142.xml"/><Relationship Id="rId3" Type="http://schemas.openxmlformats.org/officeDocument/2006/relationships/tags" Target="../tags/tag127.xml"/><Relationship Id="rId21" Type="http://schemas.openxmlformats.org/officeDocument/2006/relationships/tags" Target="../tags/tag145.xml"/><Relationship Id="rId7" Type="http://schemas.openxmlformats.org/officeDocument/2006/relationships/tags" Target="../tags/tag131.xml"/><Relationship Id="rId12" Type="http://schemas.openxmlformats.org/officeDocument/2006/relationships/tags" Target="../tags/tag136.xml"/><Relationship Id="rId17" Type="http://schemas.openxmlformats.org/officeDocument/2006/relationships/tags" Target="../tags/tag141.xml"/><Relationship Id="rId2" Type="http://schemas.openxmlformats.org/officeDocument/2006/relationships/tags" Target="../tags/tag126.xml"/><Relationship Id="rId16" Type="http://schemas.openxmlformats.org/officeDocument/2006/relationships/tags" Target="../tags/tag140.xml"/><Relationship Id="rId20" Type="http://schemas.openxmlformats.org/officeDocument/2006/relationships/tags" Target="../tags/tag144.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tags" Target="../tags/tag135.xml"/><Relationship Id="rId5" Type="http://schemas.openxmlformats.org/officeDocument/2006/relationships/tags" Target="../tags/tag129.xml"/><Relationship Id="rId15" Type="http://schemas.openxmlformats.org/officeDocument/2006/relationships/tags" Target="../tags/tag139.xml"/><Relationship Id="rId10" Type="http://schemas.openxmlformats.org/officeDocument/2006/relationships/tags" Target="../tags/tag134.xml"/><Relationship Id="rId19" Type="http://schemas.openxmlformats.org/officeDocument/2006/relationships/tags" Target="../tags/tag143.xml"/><Relationship Id="rId4" Type="http://schemas.openxmlformats.org/officeDocument/2006/relationships/tags" Target="../tags/tag128.xml"/><Relationship Id="rId9" Type="http://schemas.openxmlformats.org/officeDocument/2006/relationships/tags" Target="../tags/tag133.xml"/><Relationship Id="rId14" Type="http://schemas.openxmlformats.org/officeDocument/2006/relationships/tags" Target="../tags/tag138.xml"/><Relationship Id="rId22"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148.xml"/><Relationship Id="rId7" Type="http://schemas.openxmlformats.org/officeDocument/2006/relationships/slideLayout" Target="../slideLayouts/slideLayout4.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s>
</file>

<file path=ppt/slides/_rels/slide26.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notesSlide" Target="../notesSlides/notesSlide16.xml"/><Relationship Id="rId5" Type="http://schemas.openxmlformats.org/officeDocument/2006/relationships/slideLayout" Target="../slideLayouts/slideLayout4.xml"/><Relationship Id="rId4" Type="http://schemas.openxmlformats.org/officeDocument/2006/relationships/tags" Target="../tags/tag155.xml"/></Relationships>
</file>

<file path=ppt/slides/_rels/slide27.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notesSlide" Target="../notesSlides/notesSlide17.xml"/><Relationship Id="rId5" Type="http://schemas.openxmlformats.org/officeDocument/2006/relationships/slideLayout" Target="../slideLayouts/slideLayout4.xml"/><Relationship Id="rId4" Type="http://schemas.openxmlformats.org/officeDocument/2006/relationships/tags" Target="../tags/tag1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5" Type="http://schemas.openxmlformats.org/officeDocument/2006/relationships/image" Target="../media/image1.png"/><Relationship Id="rId4"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image" Target="../media/image4.png"/><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hyperlink" Target="http://stu.ityxb.com/ebookview/fee7864480b5b69e8e55024ff32cd276" TargetMode="Externa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image" Target="../media/image3.png"/><Relationship Id="rId5" Type="http://schemas.openxmlformats.org/officeDocument/2006/relationships/tags" Target="../tags/tag167.xml"/><Relationship Id="rId10" Type="http://schemas.openxmlformats.org/officeDocument/2006/relationships/notesSlide" Target="../notesSlides/notesSlide19.xml"/><Relationship Id="rId4" Type="http://schemas.openxmlformats.org/officeDocument/2006/relationships/tags" Target="../tags/tag166.xml"/><Relationship Id="rId9" Type="http://schemas.openxmlformats.org/officeDocument/2006/relationships/slideLayout" Target="../slideLayouts/slideLayout4.xml"/><Relationship Id="rId14" Type="http://schemas.openxmlformats.org/officeDocument/2006/relationships/image" Target="../media/image5.svg"/></Relationships>
</file>

<file path=ppt/slides/_rels/slide31.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image" Target="../media/image4.png"/><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hyperlink" Target="http://stu.ityxb.com/ebookview/e37c0bed873867183ad9932b88e6eea5" TargetMode="Externa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hyperlink" Target="http://stu.ityxb.com/ebookview/61e30673a7dbd1c0706a2a27c6fcab72" TargetMode="External"/><Relationship Id="rId5" Type="http://schemas.openxmlformats.org/officeDocument/2006/relationships/tags" Target="../tags/tag175.xml"/><Relationship Id="rId10" Type="http://schemas.openxmlformats.org/officeDocument/2006/relationships/image" Target="../media/image3.png"/><Relationship Id="rId4" Type="http://schemas.openxmlformats.org/officeDocument/2006/relationships/tags" Target="../tags/tag174.xml"/><Relationship Id="rId9" Type="http://schemas.openxmlformats.org/officeDocument/2006/relationships/slideLayout" Target="../slideLayouts/slideLayout4.xml"/><Relationship Id="rId14" Type="http://schemas.openxmlformats.org/officeDocument/2006/relationships/image" Target="../media/image5.svg"/></Relationships>
</file>

<file path=ppt/slides/_rels/slide32.xml.rels><?xml version="1.0" encoding="UTF-8" standalone="yes"?>
<Relationships xmlns="http://schemas.openxmlformats.org/package/2006/relationships"><Relationship Id="rId8" Type="http://schemas.openxmlformats.org/officeDocument/2006/relationships/tags" Target="../tags/tag186.xml"/><Relationship Id="rId13" Type="http://schemas.openxmlformats.org/officeDocument/2006/relationships/image" Target="../media/image4.png"/><Relationship Id="rId3" Type="http://schemas.openxmlformats.org/officeDocument/2006/relationships/tags" Target="../tags/tag181.xml"/><Relationship Id="rId7" Type="http://schemas.openxmlformats.org/officeDocument/2006/relationships/tags" Target="../tags/tag185.xml"/><Relationship Id="rId12" Type="http://schemas.openxmlformats.org/officeDocument/2006/relationships/hyperlink" Target="http://stu.ityxb.com/ebookview/b4b0e1da7bd44655a6b95275efd80a08" TargetMode="Externa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image" Target="../media/image3.png"/><Relationship Id="rId5" Type="http://schemas.openxmlformats.org/officeDocument/2006/relationships/tags" Target="../tags/tag183.xml"/><Relationship Id="rId10" Type="http://schemas.openxmlformats.org/officeDocument/2006/relationships/notesSlide" Target="../notesSlides/notesSlide20.xml"/><Relationship Id="rId4" Type="http://schemas.openxmlformats.org/officeDocument/2006/relationships/tags" Target="../tags/tag182.xml"/><Relationship Id="rId9" Type="http://schemas.openxmlformats.org/officeDocument/2006/relationships/slideLayout" Target="../slideLayouts/slideLayout4.xml"/><Relationship Id="rId14" Type="http://schemas.openxmlformats.org/officeDocument/2006/relationships/image" Target="../media/image5.svg"/></Relationships>
</file>

<file path=ppt/slides/_rels/slide33.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image" Target="../media/image4.png"/><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hyperlink" Target="http://stu.ityxb.com/ebookview/74afb925af3d3993c0c7f21b7cd9116e" TargetMode="Externa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image" Target="../media/image3.png"/><Relationship Id="rId5" Type="http://schemas.openxmlformats.org/officeDocument/2006/relationships/tags" Target="../tags/tag191.xml"/><Relationship Id="rId10" Type="http://schemas.openxmlformats.org/officeDocument/2006/relationships/notesSlide" Target="../notesSlides/notesSlide21.xml"/><Relationship Id="rId4" Type="http://schemas.openxmlformats.org/officeDocument/2006/relationships/tags" Target="../tags/tag190.xml"/><Relationship Id="rId9" Type="http://schemas.openxmlformats.org/officeDocument/2006/relationships/slideLayout" Target="../slideLayouts/slideLayout4.xml"/><Relationship Id="rId14" Type="http://schemas.openxmlformats.org/officeDocument/2006/relationships/image" Target="../media/image5.svg"/></Relationships>
</file>

<file path=ppt/slides/_rels/slide3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6.png"/><Relationship Id="rId5" Type="http://schemas.openxmlformats.org/officeDocument/2006/relationships/slideLayout" Target="../slideLayouts/slideLayout4.xml"/><Relationship Id="rId4" Type="http://schemas.openxmlformats.org/officeDocument/2006/relationships/tags" Target="../tags/tag19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themeOverride" Target="../theme/themeOverride3.xml"/><Relationship Id="rId4"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751616" y="3780463"/>
            <a:ext cx="1696810" cy="895350"/>
          </a:xfrm>
        </p:spPr>
        <p:txBody>
          <a:bodyPr/>
          <a:lstStyle/>
          <a:p>
            <a:r>
              <a:rPr lang="en-US" altLang="zh-CN" dirty="0" err="1"/>
              <a:t>Qinru</a:t>
            </a:r>
            <a:r>
              <a:rPr lang="en-US" altLang="zh-CN" dirty="0"/>
              <a:t> Li</a:t>
            </a:r>
            <a:endParaRPr lang="zh-CN" altLang="en-US" dirty="0"/>
          </a:p>
        </p:txBody>
      </p:sp>
      <p:sp>
        <p:nvSpPr>
          <p:cNvPr id="4" name="标题 3">
            <a:extLst>
              <a:ext uri="{FF2B5EF4-FFF2-40B4-BE49-F238E27FC236}">
                <a16:creationId xmlns:a16="http://schemas.microsoft.com/office/drawing/2014/main" id="{BA783217-3A93-4277-7C30-C8110D11575D}"/>
              </a:ext>
            </a:extLst>
          </p:cNvPr>
          <p:cNvSpPr txBox="1">
            <a:spLocks/>
          </p:cNvSpPr>
          <p:nvPr/>
        </p:nvSpPr>
        <p:spPr>
          <a:xfrm>
            <a:off x="1942616" y="1969233"/>
            <a:ext cx="8228184" cy="1671000"/>
          </a:xfrm>
          <a:prstGeom prst="rect">
            <a:avLst/>
          </a:prstGeom>
        </p:spPr>
        <p:txBody>
          <a:bodyPr vert="horz" lIns="91440" tIns="45720" rIns="91440" bIns="45720" rtlCol="0" anchor="b">
            <a:noAutofit/>
          </a:bodyPr>
          <a:lstStyle>
            <a:lvl1pPr algn="l" defTabSz="914354" rtl="0" eaLnBrk="1" latinLnBrk="0" hangingPunct="1">
              <a:lnSpc>
                <a:spcPct val="90000"/>
              </a:lnSpc>
              <a:spcBef>
                <a:spcPct val="0"/>
              </a:spcBef>
              <a:buNone/>
              <a:defRPr sz="2400" b="1" kern="1200">
                <a:solidFill>
                  <a:schemeClr val="accent1"/>
                </a:solidFill>
                <a:latin typeface="+mj-lt"/>
                <a:ea typeface="+mj-ea"/>
                <a:cs typeface="+mj-cs"/>
              </a:defRPr>
            </a:lvl1pPr>
          </a:lstStyle>
          <a:p>
            <a:pPr>
              <a:defRPr/>
            </a:pPr>
            <a:r>
              <a:rPr lang="en-US" altLang="zh-CN" sz="4400" dirty="0"/>
              <a:t>Chapter 1: </a:t>
            </a:r>
            <a:r>
              <a:rPr lang="en-US" sz="4400" dirty="0"/>
              <a:t>Introduction to the Spring Framework</a:t>
            </a:r>
            <a:endParaRPr lang="zh-CN" altLang="en-US" sz="4400" dirty="0"/>
          </a:p>
        </p:txBody>
      </p:sp>
    </p:spTree>
    <p:extLst>
      <p:ext uri="{BB962C8B-B14F-4D97-AF65-F5344CB8AC3E}">
        <p14:creationId xmlns:p14="http://schemas.microsoft.com/office/powerpoint/2010/main" val="2371597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0498D3A-B738-48EC-A39C-94C58B88932B}"/>
              </a:ext>
            </a:extLst>
          </p:cNvPr>
          <p:cNvGrpSpPr/>
          <p:nvPr/>
        </p:nvGrpSpPr>
        <p:grpSpPr>
          <a:xfrm>
            <a:off x="117231" y="952124"/>
            <a:ext cx="11360333" cy="4839076"/>
            <a:chOff x="757283" y="1571249"/>
            <a:chExt cx="10763166" cy="4839076"/>
          </a:xfrm>
        </p:grpSpPr>
        <p:grpSp>
          <p:nvGrpSpPr>
            <p:cNvPr id="6" name="组合 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A759C196-DA28-4241-ABB5-975367026FE9}"/>
                </a:ext>
              </a:extLst>
            </p:cNvPr>
            <p:cNvGrpSpPr>
              <a:grpSpLocks noChangeAspect="1"/>
            </p:cNvGrpSpPr>
            <p:nvPr/>
          </p:nvGrpSpPr>
          <p:grpSpPr>
            <a:xfrm>
              <a:off x="757283" y="1571249"/>
              <a:ext cx="10763166" cy="4839076"/>
              <a:chOff x="1175744" y="1571249"/>
              <a:chExt cx="10344706" cy="4839076"/>
            </a:xfrm>
          </p:grpSpPr>
          <p:sp>
            <p:nvSpPr>
              <p:cNvPr id="7" name="文本框 6">
                <a:extLst>
                  <a:ext uri="{FF2B5EF4-FFF2-40B4-BE49-F238E27FC236}">
                    <a16:creationId xmlns:a16="http://schemas.microsoft.com/office/drawing/2014/main" id="{48F70259-7598-4270-874A-6F50772D10F6}"/>
                  </a:ext>
                </a:extLst>
              </p:cNvPr>
              <p:cNvSpPr txBox="1"/>
              <p:nvPr/>
            </p:nvSpPr>
            <p:spPr bwMode="auto">
              <a:xfrm>
                <a:off x="3822155" y="1571249"/>
                <a:ext cx="7698295" cy="4839075"/>
              </a:xfrm>
              <a:prstGeom prst="rect">
                <a:avLst/>
              </a:prstGeom>
              <a:noFill/>
            </p:spPr>
            <p:txBody>
              <a:bodyPr wrap="square" tIns="0" anchor="t">
                <a:noAutofit/>
              </a:bodyPr>
              <a:lstStyle>
                <a:defPPr>
                  <a:defRPr lang="zh-CN"/>
                </a:defPPr>
                <a:lvl1pPr>
                  <a:defRPr sz="1600" b="1">
                    <a:latin typeface="Arial" panose="020B0604020202020204" pitchFamily="34" charset="0"/>
                    <a:ea typeface="微软雅黑" panose="020B0503020204020204" pitchFamily="34" charset="-122"/>
                    <a:cs typeface="+mn-ea"/>
                  </a:defRPr>
                </a:lvl1pPr>
                <a:lvl2pPr marL="742950" indent="-285750">
                  <a:defRPr sz="3200" b="1">
                    <a:solidFill>
                      <a:srgbClr val="4D4D4D"/>
                    </a:solidFill>
                    <a:latin typeface="Arial" panose="020B0604020202020204" pitchFamily="34" charset="0"/>
                    <a:ea typeface="黑体" panose="02010609060101010101" pitchFamily="49" charset="-122"/>
                  </a:defRPr>
                </a:lvl2pPr>
                <a:lvl3pPr marL="1143000" indent="-228600">
                  <a:defRPr sz="3200" b="1">
                    <a:solidFill>
                      <a:srgbClr val="4D4D4D"/>
                    </a:solidFill>
                    <a:latin typeface="Arial" panose="020B0604020202020204" pitchFamily="34" charset="0"/>
                    <a:ea typeface="黑体" panose="02010609060101010101" pitchFamily="49" charset="-122"/>
                  </a:defRPr>
                </a:lvl3pPr>
                <a:lvl4pPr marL="1600200" indent="-228600">
                  <a:defRPr sz="3200" b="1">
                    <a:solidFill>
                      <a:srgbClr val="4D4D4D"/>
                    </a:solidFill>
                    <a:latin typeface="Arial" panose="020B0604020202020204" pitchFamily="34" charset="0"/>
                    <a:ea typeface="黑体" panose="02010609060101010101" pitchFamily="49" charset="-122"/>
                  </a:defRPr>
                </a:lvl4pPr>
                <a:lvl5pPr marL="2057400" indent="-228600">
                  <a:defRPr sz="3200" b="1">
                    <a:solidFill>
                      <a:srgbClr val="4D4D4D"/>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9pPr>
              </a:lstStyle>
              <a:p>
                <a:pPr marL="342900" indent="-342900">
                  <a:lnSpc>
                    <a:spcPct val="200000"/>
                  </a:lnSpc>
                  <a:buFont typeface="+mj-lt"/>
                  <a:buAutoNum type="arabicPeriod"/>
                </a:pPr>
                <a:r>
                  <a:rPr lang="en-US" altLang="zh-CN" sz="2000" b="0" dirty="0">
                    <a:solidFill>
                      <a:srgbClr val="002060"/>
                    </a:solidFill>
                    <a:latin typeface="+mn-lt"/>
                    <a:ea typeface="+mn-ea"/>
                    <a:sym typeface="+mn-lt"/>
                  </a:rPr>
                  <a:t>Understand the fundamental concepts related to frameworks.</a:t>
                </a:r>
              </a:p>
              <a:p>
                <a:pPr marL="342900" indent="-342900">
                  <a:lnSpc>
                    <a:spcPct val="200000"/>
                  </a:lnSpc>
                  <a:buFont typeface="+mj-lt"/>
                  <a:buAutoNum type="arabicPeriod"/>
                </a:pPr>
                <a:r>
                  <a:rPr lang="en-US" altLang="zh-CN" sz="2000" b="0" dirty="0">
                    <a:solidFill>
                      <a:srgbClr val="002060"/>
                    </a:solidFill>
                    <a:latin typeface="+mn-lt"/>
                    <a:ea typeface="+mn-ea"/>
                    <a:sym typeface="+mn-lt"/>
                  </a:rPr>
                  <a:t>Understand the concept of the Spring framework and be able to describe its advantages.</a:t>
                </a:r>
              </a:p>
              <a:p>
                <a:pPr marL="342900" indent="-342900">
                  <a:lnSpc>
                    <a:spcPct val="200000"/>
                  </a:lnSpc>
                  <a:buFont typeface="+mj-lt"/>
                  <a:buAutoNum type="arabicPeriod"/>
                </a:pPr>
                <a:r>
                  <a:rPr lang="en-US" altLang="zh-CN" sz="2000" b="0" dirty="0">
                    <a:solidFill>
                      <a:srgbClr val="002060"/>
                    </a:solidFill>
                    <a:latin typeface="+mn-lt"/>
                    <a:ea typeface="+mn-ea"/>
                    <a:sym typeface="+mn-lt"/>
                  </a:rPr>
                  <a:t>Become familiar with the architecture and core concepts of the Spring framework, and be able to explain the functions of each module within its architecture.</a:t>
                </a:r>
              </a:p>
              <a:p>
                <a:pPr marL="342900" indent="-342900">
                  <a:lnSpc>
                    <a:spcPct val="200000"/>
                  </a:lnSpc>
                  <a:buFont typeface="+mj-lt"/>
                  <a:buAutoNum type="arabicPeriod"/>
                </a:pPr>
                <a:r>
                  <a:rPr lang="en-US" altLang="zh-CN" sz="2000" b="0" dirty="0">
                    <a:solidFill>
                      <a:srgbClr val="002060"/>
                    </a:solidFill>
                    <a:latin typeface="+mn-lt"/>
                    <a:ea typeface="+mn-ea"/>
                    <a:sym typeface="+mn-lt"/>
                  </a:rPr>
                  <a:t>Master a basic Spring introductory program and be able to implement Inversion of Control (IoC) in a project using the Spring framework.</a:t>
                </a:r>
              </a:p>
            </p:txBody>
          </p:sp>
          <p:cxnSp>
            <p:nvCxnSpPr>
              <p:cNvPr id="8" name="直接连接符 7">
                <a:extLst>
                  <a:ext uri="{FF2B5EF4-FFF2-40B4-BE49-F238E27FC236}">
                    <a16:creationId xmlns:a16="http://schemas.microsoft.com/office/drawing/2014/main" id="{DA1FB18E-FA01-4588-BEF9-FB96A98A84D4}"/>
                  </a:ext>
                </a:extLst>
              </p:cNvPr>
              <p:cNvCxnSpPr>
                <a:cxnSpLocks/>
              </p:cNvCxnSpPr>
              <p:nvPr/>
            </p:nvCxnSpPr>
            <p:spPr>
              <a:xfrm>
                <a:off x="3651819" y="1780800"/>
                <a:ext cx="0" cy="4629525"/>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0DB1D0A1-2667-455C-9387-D7ABF0A00B8C}"/>
                  </a:ext>
                </a:extLst>
              </p:cNvPr>
              <p:cNvSpPr txBox="1"/>
              <p:nvPr/>
            </p:nvSpPr>
            <p:spPr>
              <a:xfrm>
                <a:off x="1175744" y="1700808"/>
                <a:ext cx="2254142" cy="1384995"/>
              </a:xfrm>
              <a:prstGeom prst="rect">
                <a:avLst/>
              </a:prstGeom>
              <a:solidFill>
                <a:schemeClr val="bg1"/>
              </a:solidFill>
            </p:spPr>
            <p:txBody>
              <a:bodyPr wrap="square" rtlCol="0">
                <a:spAutoFit/>
              </a:bodyPr>
              <a:lstStyle/>
              <a:p>
                <a:pPr algn="r"/>
                <a:r>
                  <a:rPr lang="tr-TR" sz="2800" b="1" dirty="0">
                    <a:solidFill>
                      <a:schemeClr val="accent1"/>
                    </a:solidFill>
                    <a:cs typeface="+mn-ea"/>
                    <a:sym typeface="+mn-lt"/>
                  </a:rPr>
                  <a:t>Learning Objectives / Target</a:t>
                </a:r>
              </a:p>
            </p:txBody>
          </p:sp>
        </p:grpSp>
        <p:sp>
          <p:nvSpPr>
            <p:cNvPr id="10" name="任意多边形: 形状 9">
              <a:extLst>
                <a:ext uri="{FF2B5EF4-FFF2-40B4-BE49-F238E27FC236}">
                  <a16:creationId xmlns:a16="http://schemas.microsoft.com/office/drawing/2014/main" id="{ADAD6BE3-DC11-4582-9F68-50D831ADD001}"/>
                </a:ext>
              </a:extLst>
            </p:cNvPr>
            <p:cNvSpPr>
              <a:spLocks noChangeAspect="1"/>
            </p:cNvSpPr>
            <p:nvPr/>
          </p:nvSpPr>
          <p:spPr bwMode="auto">
            <a:xfrm>
              <a:off x="2232102" y="547977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91193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9BE6A-FC9F-E8D5-3D00-CDC8E4AC859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5B48128-2347-ED5A-F823-B147932BA1E0}"/>
              </a:ext>
            </a:extLst>
          </p:cNvPr>
          <p:cNvGrpSpPr/>
          <p:nvPr/>
        </p:nvGrpSpPr>
        <p:grpSpPr>
          <a:xfrm>
            <a:off x="117231" y="642720"/>
            <a:ext cx="11558953" cy="5652572"/>
            <a:chOff x="757283" y="1780800"/>
            <a:chExt cx="10951345" cy="4629525"/>
          </a:xfrm>
        </p:grpSpPr>
        <p:grpSp>
          <p:nvGrpSpPr>
            <p:cNvPr id="6" name="组合 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AED14CE-2F51-BF9D-D56B-B6D58F0C158A}"/>
                </a:ext>
              </a:extLst>
            </p:cNvPr>
            <p:cNvGrpSpPr>
              <a:grpSpLocks noChangeAspect="1"/>
            </p:cNvGrpSpPr>
            <p:nvPr/>
          </p:nvGrpSpPr>
          <p:grpSpPr>
            <a:xfrm>
              <a:off x="757283" y="1780800"/>
              <a:ext cx="10951345" cy="4629525"/>
              <a:chOff x="1175744" y="1780800"/>
              <a:chExt cx="10525569" cy="4629525"/>
            </a:xfrm>
          </p:grpSpPr>
          <p:sp>
            <p:nvSpPr>
              <p:cNvPr id="7" name="文本框 6">
                <a:extLst>
                  <a:ext uri="{FF2B5EF4-FFF2-40B4-BE49-F238E27FC236}">
                    <a16:creationId xmlns:a16="http://schemas.microsoft.com/office/drawing/2014/main" id="{94F88AE9-CC07-BFAA-9872-3562C37163F3}"/>
                  </a:ext>
                </a:extLst>
              </p:cNvPr>
              <p:cNvSpPr txBox="1"/>
              <p:nvPr/>
            </p:nvSpPr>
            <p:spPr bwMode="auto">
              <a:xfrm>
                <a:off x="3873752" y="2069679"/>
                <a:ext cx="7827561" cy="4051766"/>
              </a:xfrm>
              <a:prstGeom prst="rect">
                <a:avLst/>
              </a:prstGeom>
              <a:noFill/>
            </p:spPr>
            <p:txBody>
              <a:bodyPr wrap="square" tIns="0" anchor="t">
                <a:noAutofit/>
              </a:bodyPr>
              <a:lstStyle>
                <a:defPPr>
                  <a:defRPr lang="zh-CN"/>
                </a:defPPr>
                <a:lvl1pPr>
                  <a:defRPr sz="1600" b="1">
                    <a:latin typeface="Arial" panose="020B0604020202020204" pitchFamily="34" charset="0"/>
                    <a:ea typeface="微软雅黑" panose="020B0503020204020204" pitchFamily="34" charset="-122"/>
                    <a:cs typeface="+mn-ea"/>
                  </a:defRPr>
                </a:lvl1pPr>
                <a:lvl2pPr marL="742950" indent="-285750">
                  <a:defRPr sz="3200" b="1">
                    <a:solidFill>
                      <a:srgbClr val="4D4D4D"/>
                    </a:solidFill>
                    <a:latin typeface="Arial" panose="020B0604020202020204" pitchFamily="34" charset="0"/>
                    <a:ea typeface="黑体" panose="02010609060101010101" pitchFamily="49" charset="-122"/>
                  </a:defRPr>
                </a:lvl2pPr>
                <a:lvl3pPr marL="1143000" indent="-228600">
                  <a:defRPr sz="3200" b="1">
                    <a:solidFill>
                      <a:srgbClr val="4D4D4D"/>
                    </a:solidFill>
                    <a:latin typeface="Arial" panose="020B0604020202020204" pitchFamily="34" charset="0"/>
                    <a:ea typeface="黑体" panose="02010609060101010101" pitchFamily="49" charset="-122"/>
                  </a:defRPr>
                </a:lvl3pPr>
                <a:lvl4pPr marL="1600200" indent="-228600">
                  <a:defRPr sz="3200" b="1">
                    <a:solidFill>
                      <a:srgbClr val="4D4D4D"/>
                    </a:solidFill>
                    <a:latin typeface="Arial" panose="020B0604020202020204" pitchFamily="34" charset="0"/>
                    <a:ea typeface="黑体" panose="02010609060101010101" pitchFamily="49" charset="-122"/>
                  </a:defRPr>
                </a:lvl4pPr>
                <a:lvl5pPr marL="2057400" indent="-228600">
                  <a:defRPr sz="3200" b="1">
                    <a:solidFill>
                      <a:srgbClr val="4D4D4D"/>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9pPr>
              </a:lstStyle>
              <a:p>
                <a:pPr>
                  <a:lnSpc>
                    <a:spcPct val="200000"/>
                  </a:lnSpc>
                </a:pPr>
                <a:r>
                  <a:rPr lang="en-US" altLang="zh-CN" sz="1800" b="0" dirty="0">
                    <a:solidFill>
                      <a:srgbClr val="002060"/>
                    </a:solidFill>
                    <a:latin typeface="+mn-lt"/>
                    <a:ea typeface="+mn-ea"/>
                    <a:sym typeface="+mn-lt"/>
                  </a:rPr>
                  <a:t>In modern software development, building </a:t>
                </a:r>
                <a:r>
                  <a:rPr lang="en-US" altLang="zh-CN" sz="1800" dirty="0">
                    <a:solidFill>
                      <a:srgbClr val="002060"/>
                    </a:solidFill>
                    <a:latin typeface="+mn-lt"/>
                    <a:ea typeface="+mn-ea"/>
                    <a:sym typeface="+mn-lt"/>
                  </a:rPr>
                  <a:t>robust and efficient </a:t>
                </a:r>
                <a:r>
                  <a:rPr lang="en-US" altLang="zh-CN" sz="1800" b="0" dirty="0">
                    <a:solidFill>
                      <a:srgbClr val="002060"/>
                    </a:solidFill>
                    <a:latin typeface="+mn-lt"/>
                    <a:ea typeface="+mn-ea"/>
                    <a:sym typeface="+mn-lt"/>
                  </a:rPr>
                  <a:t>applications is the goal of every developer. However, as project scales expand and technologies evolve rapidly, developers face numerous challenges during development, such as </a:t>
                </a:r>
                <a:r>
                  <a:rPr lang="en-US" altLang="zh-CN" sz="1800" dirty="0">
                    <a:solidFill>
                      <a:srgbClr val="002060"/>
                    </a:solidFill>
                    <a:latin typeface="+mn-lt"/>
                    <a:ea typeface="+mn-ea"/>
                    <a:sym typeface="+mn-lt"/>
                  </a:rPr>
                  <a:t>high code coupling, complex configuration, and complicated transaction management.</a:t>
                </a:r>
                <a:r>
                  <a:rPr lang="en-US" altLang="zh-CN" sz="1800" b="0" dirty="0">
                    <a:solidFill>
                      <a:srgbClr val="002060"/>
                    </a:solidFill>
                    <a:latin typeface="+mn-lt"/>
                    <a:ea typeface="+mn-ea"/>
                    <a:sym typeface="+mn-lt"/>
                  </a:rPr>
                  <a:t> In response to these challenges, the Spring Framework emerged. With its </a:t>
                </a:r>
                <a:r>
                  <a:rPr lang="en-US" altLang="zh-CN" sz="1800" dirty="0">
                    <a:solidFill>
                      <a:srgbClr val="C00000"/>
                    </a:solidFill>
                    <a:latin typeface="+mn-lt"/>
                    <a:ea typeface="+mn-ea"/>
                    <a:sym typeface="+mn-lt"/>
                  </a:rPr>
                  <a:t>IoC container, AOP support, and declarative transaction management</a:t>
                </a:r>
                <a:r>
                  <a:rPr lang="en-US" altLang="zh-CN" sz="1800" b="0" dirty="0">
                    <a:solidFill>
                      <a:srgbClr val="002060"/>
                    </a:solidFill>
                    <a:latin typeface="+mn-lt"/>
                    <a:ea typeface="+mn-ea"/>
                    <a:sym typeface="+mn-lt"/>
                  </a:rPr>
                  <a:t>, Spring provides developers with flexible and powerful development support, making project development more concise and efficient. This chapter provides a detailed explanation of the fundamental knowledge of the Spring framework.</a:t>
                </a:r>
              </a:p>
            </p:txBody>
          </p:sp>
          <p:cxnSp>
            <p:nvCxnSpPr>
              <p:cNvPr id="8" name="直接连接符 7">
                <a:extLst>
                  <a:ext uri="{FF2B5EF4-FFF2-40B4-BE49-F238E27FC236}">
                    <a16:creationId xmlns:a16="http://schemas.microsoft.com/office/drawing/2014/main" id="{AACB23F0-F2AE-B5BB-DAB5-EF16584771AF}"/>
                  </a:ext>
                </a:extLst>
              </p:cNvPr>
              <p:cNvCxnSpPr>
                <a:cxnSpLocks/>
              </p:cNvCxnSpPr>
              <p:nvPr/>
            </p:nvCxnSpPr>
            <p:spPr>
              <a:xfrm>
                <a:off x="3651819" y="1780800"/>
                <a:ext cx="0" cy="4629525"/>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E7A68A8A-A3D0-FAB0-FB49-3152B332B36D}"/>
                  </a:ext>
                </a:extLst>
              </p:cNvPr>
              <p:cNvSpPr txBox="1"/>
              <p:nvPr/>
            </p:nvSpPr>
            <p:spPr>
              <a:xfrm>
                <a:off x="1175744" y="2171274"/>
                <a:ext cx="2254142" cy="954107"/>
              </a:xfrm>
              <a:prstGeom prst="rect">
                <a:avLst/>
              </a:prstGeom>
              <a:solidFill>
                <a:schemeClr val="bg1"/>
              </a:solidFill>
            </p:spPr>
            <p:txBody>
              <a:bodyPr wrap="square" rtlCol="0">
                <a:spAutoFit/>
              </a:bodyPr>
              <a:lstStyle/>
              <a:p>
                <a:pPr algn="r"/>
                <a:r>
                  <a:rPr lang="tr-TR" sz="2800" b="1" dirty="0">
                    <a:solidFill>
                      <a:schemeClr val="accent1"/>
                    </a:solidFill>
                    <a:cs typeface="+mn-ea"/>
                    <a:sym typeface="+mn-lt"/>
                  </a:rPr>
                  <a:t>Chapter Overview</a:t>
                </a:r>
              </a:p>
            </p:txBody>
          </p:sp>
        </p:grpSp>
        <p:sp>
          <p:nvSpPr>
            <p:cNvPr id="10" name="任意多边形: 形状 9">
              <a:extLst>
                <a:ext uri="{FF2B5EF4-FFF2-40B4-BE49-F238E27FC236}">
                  <a16:creationId xmlns:a16="http://schemas.microsoft.com/office/drawing/2014/main" id="{AF293341-3F1F-14F3-4D27-FB80DA03B1C5}"/>
                </a:ext>
              </a:extLst>
            </p:cNvPr>
            <p:cNvSpPr>
              <a:spLocks noChangeAspect="1"/>
            </p:cNvSpPr>
            <p:nvPr/>
          </p:nvSpPr>
          <p:spPr bwMode="auto">
            <a:xfrm>
              <a:off x="2232102" y="547977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3005711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57B7E-9AAD-927A-BA3E-1B7ED490736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A2499DAD-0340-0AF8-A225-7055C5D963CD}"/>
              </a:ext>
            </a:extLst>
          </p:cNvPr>
          <p:cNvGrpSpPr/>
          <p:nvPr/>
        </p:nvGrpSpPr>
        <p:grpSpPr>
          <a:xfrm>
            <a:off x="117231" y="952124"/>
            <a:ext cx="11360333" cy="4839076"/>
            <a:chOff x="757283" y="1571249"/>
            <a:chExt cx="10763166" cy="4839076"/>
          </a:xfrm>
        </p:grpSpPr>
        <p:grpSp>
          <p:nvGrpSpPr>
            <p:cNvPr id="6" name="组合 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EA03291C-C75F-ED6C-AB7B-ABDAA80540A8}"/>
                </a:ext>
              </a:extLst>
            </p:cNvPr>
            <p:cNvGrpSpPr>
              <a:grpSpLocks noChangeAspect="1"/>
            </p:cNvGrpSpPr>
            <p:nvPr/>
          </p:nvGrpSpPr>
          <p:grpSpPr>
            <a:xfrm>
              <a:off x="757283" y="1571249"/>
              <a:ext cx="10763166" cy="4839076"/>
              <a:chOff x="1175744" y="1571249"/>
              <a:chExt cx="10344706" cy="4839076"/>
            </a:xfrm>
          </p:grpSpPr>
          <p:sp>
            <p:nvSpPr>
              <p:cNvPr id="7" name="文本框 6">
                <a:extLst>
                  <a:ext uri="{FF2B5EF4-FFF2-40B4-BE49-F238E27FC236}">
                    <a16:creationId xmlns:a16="http://schemas.microsoft.com/office/drawing/2014/main" id="{2487C1ED-BA28-B135-61C3-C722ECDABB0D}"/>
                  </a:ext>
                </a:extLst>
              </p:cNvPr>
              <p:cNvSpPr txBox="1"/>
              <p:nvPr/>
            </p:nvSpPr>
            <p:spPr bwMode="auto">
              <a:xfrm>
                <a:off x="3822155" y="1571249"/>
                <a:ext cx="7698295" cy="4839075"/>
              </a:xfrm>
              <a:prstGeom prst="rect">
                <a:avLst/>
              </a:prstGeom>
              <a:noFill/>
            </p:spPr>
            <p:txBody>
              <a:bodyPr wrap="square" tIns="0" anchor="t">
                <a:noAutofit/>
              </a:bodyPr>
              <a:lstStyle>
                <a:defPPr>
                  <a:defRPr lang="zh-CN"/>
                </a:defPPr>
                <a:lvl1pPr>
                  <a:defRPr sz="1600" b="1">
                    <a:latin typeface="Arial" panose="020B0604020202020204" pitchFamily="34" charset="0"/>
                    <a:ea typeface="微软雅黑" panose="020B0503020204020204" pitchFamily="34" charset="-122"/>
                    <a:cs typeface="+mn-ea"/>
                  </a:defRPr>
                </a:lvl1pPr>
                <a:lvl2pPr marL="742950" indent="-285750">
                  <a:defRPr sz="3200" b="1">
                    <a:solidFill>
                      <a:srgbClr val="4D4D4D"/>
                    </a:solidFill>
                    <a:latin typeface="Arial" panose="020B0604020202020204" pitchFamily="34" charset="0"/>
                    <a:ea typeface="黑体" panose="02010609060101010101" pitchFamily="49" charset="-122"/>
                  </a:defRPr>
                </a:lvl2pPr>
                <a:lvl3pPr marL="1143000" indent="-228600">
                  <a:defRPr sz="3200" b="1">
                    <a:solidFill>
                      <a:srgbClr val="4D4D4D"/>
                    </a:solidFill>
                    <a:latin typeface="Arial" panose="020B0604020202020204" pitchFamily="34" charset="0"/>
                    <a:ea typeface="黑体" panose="02010609060101010101" pitchFamily="49" charset="-122"/>
                  </a:defRPr>
                </a:lvl3pPr>
                <a:lvl4pPr marL="1600200" indent="-228600">
                  <a:defRPr sz="3200" b="1">
                    <a:solidFill>
                      <a:srgbClr val="4D4D4D"/>
                    </a:solidFill>
                    <a:latin typeface="Arial" panose="020B0604020202020204" pitchFamily="34" charset="0"/>
                    <a:ea typeface="黑体" panose="02010609060101010101" pitchFamily="49" charset="-122"/>
                  </a:defRPr>
                </a:lvl4pPr>
                <a:lvl5pPr marL="2057400" indent="-228600">
                  <a:defRPr sz="3200" b="1">
                    <a:solidFill>
                      <a:srgbClr val="4D4D4D"/>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9pPr>
              </a:lstStyle>
              <a:p>
                <a:pPr>
                  <a:lnSpc>
                    <a:spcPct val="300000"/>
                  </a:lnSpc>
                </a:pPr>
                <a:r>
                  <a:rPr lang="en-US" altLang="zh-CN" sz="2800" b="0" dirty="0">
                    <a:solidFill>
                      <a:srgbClr val="002060"/>
                    </a:solidFill>
                    <a:latin typeface="+mn-lt"/>
                    <a:ea typeface="+mn-ea"/>
                    <a:sym typeface="+mn-lt"/>
                  </a:rPr>
                  <a:t>1.1 Overview of Frameworks</a:t>
                </a:r>
              </a:p>
              <a:p>
                <a:pPr>
                  <a:lnSpc>
                    <a:spcPct val="300000"/>
                  </a:lnSpc>
                </a:pPr>
                <a:r>
                  <a:rPr lang="en-US" altLang="zh-CN" sz="2800" b="0" dirty="0">
                    <a:solidFill>
                      <a:srgbClr val="002060"/>
                    </a:solidFill>
                    <a:latin typeface="+mn-lt"/>
                    <a:ea typeface="+mn-ea"/>
                    <a:sym typeface="+mn-lt"/>
                  </a:rPr>
                  <a:t>1.2 Introduction to the Spring Framework</a:t>
                </a:r>
              </a:p>
              <a:p>
                <a:pPr>
                  <a:lnSpc>
                    <a:spcPct val="300000"/>
                  </a:lnSpc>
                </a:pPr>
                <a:r>
                  <a:rPr lang="en-US" altLang="zh-CN" sz="2800" b="0" dirty="0">
                    <a:solidFill>
                      <a:srgbClr val="002060"/>
                    </a:solidFill>
                    <a:latin typeface="+mn-lt"/>
                    <a:ea typeface="+mn-ea"/>
                    <a:sym typeface="+mn-lt"/>
                  </a:rPr>
                  <a:t>1.3 Spring Getting Started Program</a:t>
                </a:r>
              </a:p>
            </p:txBody>
          </p:sp>
          <p:cxnSp>
            <p:nvCxnSpPr>
              <p:cNvPr id="8" name="直接连接符 7">
                <a:extLst>
                  <a:ext uri="{FF2B5EF4-FFF2-40B4-BE49-F238E27FC236}">
                    <a16:creationId xmlns:a16="http://schemas.microsoft.com/office/drawing/2014/main" id="{01BCA885-D0D8-82A8-C49F-C642227A41D5}"/>
                  </a:ext>
                </a:extLst>
              </p:cNvPr>
              <p:cNvCxnSpPr>
                <a:cxnSpLocks/>
              </p:cNvCxnSpPr>
              <p:nvPr/>
            </p:nvCxnSpPr>
            <p:spPr>
              <a:xfrm>
                <a:off x="3651819" y="1780800"/>
                <a:ext cx="0" cy="4629525"/>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681424AD-F4EC-E765-DD47-6F97D10E30C3}"/>
                  </a:ext>
                </a:extLst>
              </p:cNvPr>
              <p:cNvSpPr txBox="1"/>
              <p:nvPr/>
            </p:nvSpPr>
            <p:spPr>
              <a:xfrm>
                <a:off x="1175744" y="1700808"/>
                <a:ext cx="2254142" cy="523220"/>
              </a:xfrm>
              <a:prstGeom prst="rect">
                <a:avLst/>
              </a:prstGeom>
              <a:solidFill>
                <a:schemeClr val="bg1"/>
              </a:solidFill>
            </p:spPr>
            <p:txBody>
              <a:bodyPr wrap="square" rtlCol="0">
                <a:spAutoFit/>
              </a:bodyPr>
              <a:lstStyle/>
              <a:p>
                <a:pPr algn="r"/>
                <a:r>
                  <a:rPr lang="tr-TR" sz="2800" b="1" dirty="0">
                    <a:solidFill>
                      <a:schemeClr val="accent1"/>
                    </a:solidFill>
                    <a:cs typeface="+mn-ea"/>
                    <a:sym typeface="+mn-lt"/>
                  </a:rPr>
                  <a:t>Contents</a:t>
                </a:r>
              </a:p>
            </p:txBody>
          </p:sp>
        </p:grpSp>
        <p:sp>
          <p:nvSpPr>
            <p:cNvPr id="10" name="任意多边形: 形状 9">
              <a:extLst>
                <a:ext uri="{FF2B5EF4-FFF2-40B4-BE49-F238E27FC236}">
                  <a16:creationId xmlns:a16="http://schemas.microsoft.com/office/drawing/2014/main" id="{EDAFAE8B-AD21-58E4-5BB8-0BA1BF6FE334}"/>
                </a:ext>
              </a:extLst>
            </p:cNvPr>
            <p:cNvSpPr>
              <a:spLocks noChangeAspect="1"/>
            </p:cNvSpPr>
            <p:nvPr/>
          </p:nvSpPr>
          <p:spPr bwMode="auto">
            <a:xfrm>
              <a:off x="2232102" y="547977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193229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3C9679-B49C-8FC1-CF1D-20D04110A27C}"/>
              </a:ext>
            </a:extLst>
          </p:cNvPr>
          <p:cNvSpPr>
            <a:spLocks noGrp="1"/>
          </p:cNvSpPr>
          <p:nvPr>
            <p:ph type="title"/>
          </p:nvPr>
        </p:nvSpPr>
        <p:spPr>
          <a:xfrm>
            <a:off x="1937658" y="2981325"/>
            <a:ext cx="8578640" cy="895350"/>
          </a:xfrm>
        </p:spPr>
        <p:txBody>
          <a:bodyPr>
            <a:normAutofit/>
          </a:bodyPr>
          <a:lstStyle/>
          <a:p>
            <a:r>
              <a:rPr lang="en-US" sz="4800" dirty="0"/>
              <a:t>1.1 Framework Overview</a:t>
            </a:r>
          </a:p>
        </p:txBody>
      </p:sp>
    </p:spTree>
    <p:extLst>
      <p:ext uri="{BB962C8B-B14F-4D97-AF65-F5344CB8AC3E}">
        <p14:creationId xmlns:p14="http://schemas.microsoft.com/office/powerpoint/2010/main" val="232277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86A0A-25AC-45C2-ABF8-12A55F6329E8}"/>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5A368F21-E0DC-43AA-81DF-97E9906D5E54}"/>
              </a:ext>
            </a:extLst>
          </p:cNvPr>
          <p:cNvSpPr>
            <a:spLocks noGrp="1"/>
          </p:cNvSpPr>
          <p:nvPr>
            <p:ph type="sldNum" sz="quarter" idx="12"/>
          </p:nvPr>
        </p:nvSpPr>
        <p:spPr/>
        <p:txBody>
          <a:bodyPr/>
          <a:lstStyle/>
          <a:p>
            <a:fld id="{5DD3DB80-B894-403A-B48E-6FDC1A72010E}" type="slidenum">
              <a:rPr lang="zh-CN" altLang="en-US" smtClean="0"/>
              <a:pPr/>
              <a:t>6</a:t>
            </a:fld>
            <a:endParaRPr lang="zh-CN" altLang="en-US"/>
          </a:p>
        </p:txBody>
      </p:sp>
      <p:pic>
        <p:nvPicPr>
          <p:cNvPr id="3" name="图片 2">
            <a:extLst>
              <a:ext uri="{FF2B5EF4-FFF2-40B4-BE49-F238E27FC236}">
                <a16:creationId xmlns:a16="http://schemas.microsoft.com/office/drawing/2014/main" id="{EBE3E437-C77E-CD74-468B-810767A71EFC}"/>
              </a:ext>
            </a:extLst>
          </p:cNvPr>
          <p:cNvPicPr>
            <a:picLocks noChangeAspect="1"/>
          </p:cNvPicPr>
          <p:nvPr>
            <p:custDataLst>
              <p:tags r:id="rId1"/>
            </p:custDataLst>
          </p:nvPr>
        </p:nvPicPr>
        <p:blipFill>
          <a:blip r:embed="rId5"/>
          <a:stretch>
            <a:fillRect/>
          </a:stretch>
        </p:blipFill>
        <p:spPr>
          <a:xfrm>
            <a:off x="944855" y="2215827"/>
            <a:ext cx="2797737" cy="3896754"/>
          </a:xfrm>
          <a:prstGeom prst="rect">
            <a:avLst/>
          </a:prstGeom>
        </p:spPr>
      </p:pic>
      <p:sp>
        <p:nvSpPr>
          <p:cNvPr id="5" name="椭圆形标注 7">
            <a:extLst>
              <a:ext uri="{FF2B5EF4-FFF2-40B4-BE49-F238E27FC236}">
                <a16:creationId xmlns:a16="http://schemas.microsoft.com/office/drawing/2014/main" id="{B2CFD065-0559-F424-D969-5FC80EB85CC3}"/>
              </a:ext>
            </a:extLst>
          </p:cNvPr>
          <p:cNvSpPr/>
          <p:nvPr>
            <p:custDataLst>
              <p:tags r:id="rId2"/>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Let’s set a small goal first! </a:t>
            </a:r>
          </a:p>
        </p:txBody>
      </p:sp>
      <p:sp>
        <p:nvSpPr>
          <p:cNvPr id="6" name="TextBox 35">
            <a:extLst>
              <a:ext uri="{FF2B5EF4-FFF2-40B4-BE49-F238E27FC236}">
                <a16:creationId xmlns:a16="http://schemas.microsoft.com/office/drawing/2014/main" id="{A7ACFFAD-B015-CF94-CE50-041D6FC98174}"/>
              </a:ext>
            </a:extLst>
          </p:cNvPr>
          <p:cNvSpPr txBox="1">
            <a:spLocks noChangeArrowheads="1"/>
          </p:cNvSpPr>
          <p:nvPr>
            <p:custDataLst>
              <p:tags r:id="rId3"/>
            </p:custDataLst>
          </p:nvPr>
        </p:nvSpPr>
        <p:spPr bwMode="auto">
          <a:xfrm>
            <a:off x="4900246" y="2872289"/>
            <a:ext cx="5951171" cy="1113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en-US" altLang="zh-CN" sz="28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related concepts of the framework</a:t>
            </a:r>
            <a:endParaRPr lang="zh-CN" altLang="en-US" sz="2800" dirty="0">
              <a:solidFill>
                <a:srgbClr val="1369B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173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F04F6-E3BD-D371-7CDA-9AA83F061A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2FBBAF-B444-CED2-7D49-0D47EC604DDC}"/>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F9D97ABA-6E2F-177D-58F6-F2B4E14248CD}"/>
              </a:ext>
            </a:extLst>
          </p:cNvPr>
          <p:cNvSpPr>
            <a:spLocks noGrp="1"/>
          </p:cNvSpPr>
          <p:nvPr>
            <p:ph type="sldNum" sz="quarter" idx="12"/>
          </p:nvPr>
        </p:nvSpPr>
        <p:spPr/>
        <p:txBody>
          <a:bodyPr/>
          <a:lstStyle/>
          <a:p>
            <a:fld id="{5DD3DB80-B894-403A-B48E-6FDC1A72010E}" type="slidenum">
              <a:rPr lang="zh-CN" altLang="en-US" smtClean="0"/>
              <a:pPr/>
              <a:t>7</a:t>
            </a:fld>
            <a:endParaRPr lang="zh-CN" altLang="en-US"/>
          </a:p>
        </p:txBody>
      </p:sp>
      <p:sp>
        <p:nvSpPr>
          <p:cNvPr id="9" name="圆角矩形 8">
            <a:extLst>
              <a:ext uri="{FF2B5EF4-FFF2-40B4-BE49-F238E27FC236}">
                <a16:creationId xmlns:a16="http://schemas.microsoft.com/office/drawing/2014/main" id="{096CB754-275C-FDEF-20D1-CDCC9F458E0A}"/>
              </a:ext>
            </a:extLst>
          </p:cNvPr>
          <p:cNvSpPr/>
          <p:nvPr>
            <p:custDataLst>
              <p:tags r:id="rId1"/>
            </p:custDataLst>
          </p:nvPr>
        </p:nvSpPr>
        <p:spPr>
          <a:xfrm>
            <a:off x="1198880" y="1370891"/>
            <a:ext cx="9794240" cy="4869572"/>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TextBox 38">
            <a:extLst>
              <a:ext uri="{FF2B5EF4-FFF2-40B4-BE49-F238E27FC236}">
                <a16:creationId xmlns:a16="http://schemas.microsoft.com/office/drawing/2014/main" id="{5ABF9EDB-CC8A-A7A3-58CE-EFBF0B106FCD}"/>
              </a:ext>
            </a:extLst>
          </p:cNvPr>
          <p:cNvSpPr txBox="1"/>
          <p:nvPr>
            <p:custDataLst>
              <p:tags r:id="rId2"/>
            </p:custDataLst>
          </p:nvPr>
        </p:nvSpPr>
        <p:spPr>
          <a:xfrm>
            <a:off x="1482394" y="1584840"/>
            <a:ext cx="9225622" cy="4655622"/>
          </a:xfrm>
          <a:prstGeom prst="rect">
            <a:avLst/>
          </a:prstGeom>
          <a:noFill/>
        </p:spPr>
        <p:txBody>
          <a:bodyPr wrap="square" lIns="0" tIns="0" rIns="0" bIns="0" rtlCol="0">
            <a:noAutofit/>
          </a:bodyPr>
          <a:lstStyle/>
          <a:p>
            <a:pPr algn="just">
              <a:lnSpc>
                <a:spcPct val="150000"/>
              </a:lnSpc>
            </a:pPr>
            <a:r>
              <a:rPr lang="en-US" sz="2000" dirty="0">
                <a:solidFill>
                  <a:srgbClr val="002060"/>
                </a:solidFill>
                <a:cs typeface="+mn-ea"/>
                <a:sym typeface="+mn-lt"/>
              </a:rPr>
              <a:t>The term </a:t>
            </a:r>
            <a:r>
              <a:rPr lang="en-US" sz="2000" dirty="0">
                <a:solidFill>
                  <a:srgbClr val="FF0000"/>
                </a:solidFill>
                <a:cs typeface="+mn-ea"/>
                <a:sym typeface="+mn-lt"/>
              </a:rPr>
              <a:t>Framework</a:t>
            </a:r>
            <a:r>
              <a:rPr lang="en-US" sz="2000" dirty="0">
                <a:solidFill>
                  <a:srgbClr val="002060"/>
                </a:solidFill>
                <a:cs typeface="+mn-ea"/>
                <a:sym typeface="+mn-lt"/>
              </a:rPr>
              <a:t> originally appeared in the field of </a:t>
            </a:r>
            <a:r>
              <a:rPr lang="en-US" sz="2000" dirty="0">
                <a:solidFill>
                  <a:srgbClr val="FF0000"/>
                </a:solidFill>
                <a:cs typeface="+mn-ea"/>
                <a:sym typeface="+mn-lt"/>
              </a:rPr>
              <a:t>architecture</a:t>
            </a:r>
            <a:r>
              <a:rPr lang="en-US" sz="2000" dirty="0">
                <a:solidFill>
                  <a:srgbClr val="002060"/>
                </a:solidFill>
                <a:cs typeface="+mn-ea"/>
                <a:sym typeface="+mn-lt"/>
              </a:rPr>
              <a:t>, where it refers to the structural skeleton constructed during the early stages of building a house. In the field of programming, a framework refers to a pre-designed software architecture that provides general solutions and functional modules, allowing </a:t>
            </a:r>
            <a:r>
              <a:rPr lang="en-US" sz="2000" dirty="0">
                <a:solidFill>
                  <a:srgbClr val="FF0000"/>
                </a:solidFill>
                <a:cs typeface="+mn-ea"/>
                <a:sym typeface="+mn-lt"/>
              </a:rPr>
              <a:t>developers to build applications on top of it</a:t>
            </a:r>
            <a:r>
              <a:rPr lang="en-US" sz="2000" dirty="0">
                <a:solidFill>
                  <a:srgbClr val="002060"/>
                </a:solidFill>
                <a:cs typeface="+mn-ea"/>
                <a:sym typeface="+mn-lt"/>
              </a:rPr>
              <a:t>. A framework typically includes a set of predefined classes, interfaces, functions, and tools, aiming to </a:t>
            </a:r>
            <a:r>
              <a:rPr lang="en-US" sz="2000" dirty="0">
                <a:solidFill>
                  <a:srgbClr val="FF0000"/>
                </a:solidFill>
                <a:cs typeface="+mn-ea"/>
                <a:sym typeface="+mn-lt"/>
              </a:rPr>
              <a:t>simplify the development process, improve efficiency, and ensure code maintainability and scalability.</a:t>
            </a:r>
            <a:r>
              <a:rPr lang="en-US" sz="2000" dirty="0">
                <a:solidFill>
                  <a:srgbClr val="002060"/>
                </a:solidFill>
                <a:cs typeface="+mn-ea"/>
                <a:sym typeface="+mn-lt"/>
              </a:rPr>
              <a:t> By using a framework, developers can focus on implementing business logic without </a:t>
            </a:r>
            <a:r>
              <a:rPr lang="en-US" sz="2000" dirty="0">
                <a:solidFill>
                  <a:srgbClr val="FF0000"/>
                </a:solidFill>
                <a:cs typeface="+mn-ea"/>
                <a:sym typeface="+mn-lt"/>
              </a:rPr>
              <a:t>repeatedly writing common code</a:t>
            </a:r>
            <a:r>
              <a:rPr lang="en-US" sz="2000" dirty="0">
                <a:solidFill>
                  <a:srgbClr val="002060"/>
                </a:solidFill>
                <a:cs typeface="+mn-ea"/>
                <a:sym typeface="+mn-lt"/>
              </a:rPr>
              <a:t>, thereby accelerating development and improving code quality.</a:t>
            </a:r>
            <a:endParaRPr sz="2000" dirty="0">
              <a:solidFill>
                <a:srgbClr val="002060"/>
              </a:solidFill>
              <a:cs typeface="+mn-ea"/>
              <a:sym typeface="+mn-lt"/>
            </a:endParaRPr>
          </a:p>
        </p:txBody>
      </p:sp>
      <p:sp>
        <p:nvSpPr>
          <p:cNvPr id="11" name="矩形 93">
            <a:extLst>
              <a:ext uri="{FF2B5EF4-FFF2-40B4-BE49-F238E27FC236}">
                <a16:creationId xmlns:a16="http://schemas.microsoft.com/office/drawing/2014/main" id="{F3019715-A3CF-6FAC-A797-B7E6EFDAD1ED}"/>
              </a:ext>
            </a:extLst>
          </p:cNvPr>
          <p:cNvSpPr/>
          <p:nvPr>
            <p:custDataLst>
              <p:tags r:id="rId3"/>
            </p:custDataLst>
          </p:nvPr>
        </p:nvSpPr>
        <p:spPr>
          <a:xfrm>
            <a:off x="1198880" y="1488832"/>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2" name="矩形 93">
            <a:extLst>
              <a:ext uri="{FF2B5EF4-FFF2-40B4-BE49-F238E27FC236}">
                <a16:creationId xmlns:a16="http://schemas.microsoft.com/office/drawing/2014/main" id="{A8DC6CF2-9504-3D60-F670-0C63EFDDEC43}"/>
              </a:ext>
            </a:extLst>
          </p:cNvPr>
          <p:cNvSpPr/>
          <p:nvPr>
            <p:custDataLst>
              <p:tags r:id="rId4"/>
            </p:custDataLst>
          </p:nvPr>
        </p:nvSpPr>
        <p:spPr>
          <a:xfrm rot="10800000">
            <a:off x="10607355" y="5715953"/>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extLst>
      <p:ext uri="{BB962C8B-B14F-4D97-AF65-F5344CB8AC3E}">
        <p14:creationId xmlns:p14="http://schemas.microsoft.com/office/powerpoint/2010/main" val="394526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39057-48B1-E341-3DD6-7C52CFDA00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03209D-068C-0B77-EE0D-CA94489E659F}"/>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C72380CE-BC95-2B26-1F5B-BC90AA1A857F}"/>
              </a:ext>
            </a:extLst>
          </p:cNvPr>
          <p:cNvSpPr>
            <a:spLocks noGrp="1"/>
          </p:cNvSpPr>
          <p:nvPr>
            <p:ph type="sldNum" sz="quarter" idx="12"/>
          </p:nvPr>
        </p:nvSpPr>
        <p:spPr/>
        <p:txBody>
          <a:bodyPr/>
          <a:lstStyle/>
          <a:p>
            <a:fld id="{5DD3DB80-B894-403A-B48E-6FDC1A72010E}" type="slidenum">
              <a:rPr lang="zh-CN" altLang="en-US" smtClean="0"/>
              <a:pPr/>
              <a:t>8</a:t>
            </a:fld>
            <a:endParaRPr lang="zh-CN" altLang="en-US"/>
          </a:p>
        </p:txBody>
      </p:sp>
      <p:sp>
        <p:nvSpPr>
          <p:cNvPr id="3" name="原创设计师QQ598969553          _3">
            <a:extLst>
              <a:ext uri="{FF2B5EF4-FFF2-40B4-BE49-F238E27FC236}">
                <a16:creationId xmlns:a16="http://schemas.microsoft.com/office/drawing/2014/main" id="{33882A0A-F434-9FD7-3FEE-AB0CEBC90CC7}"/>
              </a:ext>
            </a:extLst>
          </p:cNvPr>
          <p:cNvSpPr/>
          <p:nvPr>
            <p:custDataLst>
              <p:tags r:id="rId1"/>
            </p:custDataLst>
          </p:nvPr>
        </p:nvSpPr>
        <p:spPr>
          <a:xfrm>
            <a:off x="669924" y="2451099"/>
            <a:ext cx="10931525" cy="378936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原创设计师QQ598969553          _4">
            <a:extLst>
              <a:ext uri="{FF2B5EF4-FFF2-40B4-BE49-F238E27FC236}">
                <a16:creationId xmlns:a16="http://schemas.microsoft.com/office/drawing/2014/main" id="{D6B36A41-A6E8-3E07-861E-6DA4FC1E5E2F}"/>
              </a:ext>
            </a:extLst>
          </p:cNvPr>
          <p:cNvSpPr/>
          <p:nvPr>
            <p:custDataLst>
              <p:tags r:id="rId2"/>
            </p:custDataLst>
          </p:nvPr>
        </p:nvSpPr>
        <p:spPr>
          <a:xfrm>
            <a:off x="819150" y="2842260"/>
            <a:ext cx="10701337" cy="2539365"/>
          </a:xfrm>
          <a:prstGeom prst="rect">
            <a:avLst/>
          </a:prstGeom>
        </p:spPr>
        <p:txBody>
          <a:bodyPr wrap="square">
            <a:noAutofit/>
          </a:bodyPr>
          <a:lstStyle/>
          <a:p>
            <a:pPr algn="just">
              <a:lnSpc>
                <a:spcPct val="150000"/>
              </a:lnSpc>
              <a:buClrTx/>
              <a:buSzTx/>
              <a:buFontTx/>
            </a:pPr>
            <a:r>
              <a:rPr lang="en-US" altLang="zh-CN" sz="2000" dirty="0">
                <a:solidFill>
                  <a:srgbClr val="1369B2"/>
                </a:solidFill>
                <a:latin typeface="微软雅黑" panose="020B0503020204020204" pitchFamily="34" charset="-122"/>
                <a:ea typeface="微软雅黑" panose="020B0503020204020204" pitchFamily="34" charset="-122"/>
                <a:sym typeface="+mn-lt"/>
              </a:rPr>
              <a:t>Hibernate is an excellent ORM (Object Relational Mapping) framework. It allows developers to operate databases in an object-oriented manner without writing traditional SQL statements. By establishing mapping relationships between Java classes and database tables, Hibernate can automatically perform database operations, including storing, updating, querying, and deleting data. Hibernate also provides advanced features such as caching, transaction management, and lazy loading, making data persistence simpler and more efficient.</a:t>
            </a:r>
            <a:endParaRPr lang="en-US" altLang="zh-CN" sz="2000" dirty="0">
              <a:solidFill>
                <a:srgbClr val="595959"/>
              </a:solidFill>
              <a:latin typeface="微软雅黑" panose="020B0503020204020204" pitchFamily="34" charset="-122"/>
              <a:ea typeface="微软雅黑" panose="020B0503020204020204" pitchFamily="34" charset="-122"/>
              <a:sym typeface="+mn-lt"/>
            </a:endParaRPr>
          </a:p>
        </p:txBody>
      </p:sp>
      <p:sp>
        <p:nvSpPr>
          <p:cNvPr id="6" name="原创设计师QQ598969553          _7">
            <a:extLst>
              <a:ext uri="{FF2B5EF4-FFF2-40B4-BE49-F238E27FC236}">
                <a16:creationId xmlns:a16="http://schemas.microsoft.com/office/drawing/2014/main" id="{ACDEFD8D-9404-0EC5-89C8-1FBE4847CFAD}"/>
              </a:ext>
            </a:extLst>
          </p:cNvPr>
          <p:cNvSpPr txBox="1"/>
          <p:nvPr>
            <p:custDataLst>
              <p:tags r:id="rId3"/>
            </p:custDataLst>
          </p:nvPr>
        </p:nvSpPr>
        <p:spPr>
          <a:xfrm>
            <a:off x="3984625" y="226695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7" name="文本框 6">
            <a:extLst>
              <a:ext uri="{FF2B5EF4-FFF2-40B4-BE49-F238E27FC236}">
                <a16:creationId xmlns:a16="http://schemas.microsoft.com/office/drawing/2014/main" id="{C77F3B00-818D-1E93-1D7D-AA5C14614BE5}"/>
              </a:ext>
            </a:extLst>
          </p:cNvPr>
          <p:cNvSpPr txBox="1"/>
          <p:nvPr/>
        </p:nvSpPr>
        <p:spPr>
          <a:xfrm>
            <a:off x="1055051" y="1124585"/>
            <a:ext cx="8612823" cy="499624"/>
          </a:xfrm>
          <a:prstGeom prst="rect">
            <a:avLst/>
          </a:prstGeom>
          <a:noFill/>
          <a:ln w="9525">
            <a:noFill/>
          </a:ln>
        </p:spPr>
        <p:txBody>
          <a:bodyPr wrap="square">
            <a:spAutoFit/>
          </a:bodyPr>
          <a:lstStyle/>
          <a:p>
            <a:pPr algn="just">
              <a:lnSpc>
                <a:spcPct val="150000"/>
              </a:lnSpc>
              <a:buClrTx/>
              <a:buSzTx/>
              <a:buFontTx/>
            </a:pPr>
            <a:r>
              <a:rPr lang="en-US" altLang="zh-CN" sz="2000" dirty="0">
                <a:solidFill>
                  <a:srgbClr val="002060"/>
                </a:solidFill>
                <a:cs typeface="+mn-ea"/>
              </a:rPr>
              <a:t>Common mainstream frameworks in current Java EE development</a:t>
            </a:r>
          </a:p>
        </p:txBody>
      </p:sp>
      <p:sp>
        <p:nvSpPr>
          <p:cNvPr id="8" name="原创设计师QQ598969553          _6">
            <a:extLst>
              <a:ext uri="{FF2B5EF4-FFF2-40B4-BE49-F238E27FC236}">
                <a16:creationId xmlns:a16="http://schemas.microsoft.com/office/drawing/2014/main" id="{4C0710D2-7A04-F4F1-3F53-006FB6957DA2}"/>
              </a:ext>
            </a:extLst>
          </p:cNvPr>
          <p:cNvSpPr/>
          <p:nvPr>
            <p:custDataLst>
              <p:tags r:id="rId4"/>
            </p:custDataLst>
          </p:nvPr>
        </p:nvSpPr>
        <p:spPr>
          <a:xfrm>
            <a:off x="3984625" y="2217420"/>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5C414297-C469-4E7C-504A-F6FD41ABA0AF}"/>
              </a:ext>
            </a:extLst>
          </p:cNvPr>
          <p:cNvSpPr txBox="1"/>
          <p:nvPr>
            <p:custDataLst>
              <p:tags r:id="rId5"/>
            </p:custDataLst>
          </p:nvPr>
        </p:nvSpPr>
        <p:spPr>
          <a:xfrm>
            <a:off x="4103052" y="2266950"/>
            <a:ext cx="4098925" cy="398780"/>
          </a:xfrm>
          <a:prstGeom prst="rect">
            <a:avLst/>
          </a:prstGeom>
          <a:noFill/>
        </p:spPr>
        <p:txBody>
          <a:bodyPr wrap="square" rtlCol="0">
            <a:spAutoFit/>
          </a:bodyPr>
          <a:lstStyle/>
          <a:p>
            <a:pPr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Hibernate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086915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B1F38-F54D-328F-7174-3CEA560EB7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8A0F99-A1AD-7476-EB3C-43AE3F817A2F}"/>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D12E017D-92BE-39D9-4982-7A9D0F90C817}"/>
              </a:ext>
            </a:extLst>
          </p:cNvPr>
          <p:cNvSpPr>
            <a:spLocks noGrp="1"/>
          </p:cNvSpPr>
          <p:nvPr>
            <p:ph type="sldNum" sz="quarter" idx="12"/>
          </p:nvPr>
        </p:nvSpPr>
        <p:spPr/>
        <p:txBody>
          <a:bodyPr/>
          <a:lstStyle/>
          <a:p>
            <a:fld id="{5DD3DB80-B894-403A-B48E-6FDC1A72010E}" type="slidenum">
              <a:rPr lang="zh-CN" altLang="en-US" smtClean="0"/>
              <a:pPr/>
              <a:t>9</a:t>
            </a:fld>
            <a:endParaRPr lang="zh-CN" altLang="en-US"/>
          </a:p>
        </p:txBody>
      </p:sp>
      <p:sp>
        <p:nvSpPr>
          <p:cNvPr id="3" name="原创设计师QQ598969553          _3">
            <a:extLst>
              <a:ext uri="{FF2B5EF4-FFF2-40B4-BE49-F238E27FC236}">
                <a16:creationId xmlns:a16="http://schemas.microsoft.com/office/drawing/2014/main" id="{754921BB-12DC-A59F-675B-991F3CD747FF}"/>
              </a:ext>
            </a:extLst>
          </p:cNvPr>
          <p:cNvSpPr/>
          <p:nvPr>
            <p:custDataLst>
              <p:tags r:id="rId1"/>
            </p:custDataLst>
          </p:nvPr>
        </p:nvSpPr>
        <p:spPr>
          <a:xfrm>
            <a:off x="669924" y="2083351"/>
            <a:ext cx="10931525" cy="378936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原创设计师QQ598969553          _7">
            <a:extLst>
              <a:ext uri="{FF2B5EF4-FFF2-40B4-BE49-F238E27FC236}">
                <a16:creationId xmlns:a16="http://schemas.microsoft.com/office/drawing/2014/main" id="{7B70A5A8-B481-E817-7FFF-DF70C2E11E83}"/>
              </a:ext>
            </a:extLst>
          </p:cNvPr>
          <p:cNvSpPr txBox="1"/>
          <p:nvPr>
            <p:custDataLst>
              <p:tags r:id="rId2"/>
            </p:custDataLst>
          </p:nvPr>
        </p:nvSpPr>
        <p:spPr>
          <a:xfrm>
            <a:off x="3984625" y="226695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8" name="原创设计师QQ598969553          _6">
            <a:extLst>
              <a:ext uri="{FF2B5EF4-FFF2-40B4-BE49-F238E27FC236}">
                <a16:creationId xmlns:a16="http://schemas.microsoft.com/office/drawing/2014/main" id="{3D14FCAB-FD9B-286C-06F9-CBEBB4E2DC23}"/>
              </a:ext>
            </a:extLst>
          </p:cNvPr>
          <p:cNvSpPr/>
          <p:nvPr>
            <p:custDataLst>
              <p:tags r:id="rId3"/>
            </p:custDataLst>
          </p:nvPr>
        </p:nvSpPr>
        <p:spPr>
          <a:xfrm>
            <a:off x="3984625" y="1849672"/>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851F2DA3-CBCE-976A-2210-5D1617DFA7CE}"/>
              </a:ext>
            </a:extLst>
          </p:cNvPr>
          <p:cNvSpPr txBox="1"/>
          <p:nvPr>
            <p:custDataLst>
              <p:tags r:id="rId4"/>
            </p:custDataLst>
          </p:nvPr>
        </p:nvSpPr>
        <p:spPr>
          <a:xfrm>
            <a:off x="4103052" y="1899202"/>
            <a:ext cx="4098925" cy="398780"/>
          </a:xfrm>
          <a:prstGeom prst="rect">
            <a:avLst/>
          </a:prstGeom>
          <a:noFill/>
        </p:spPr>
        <p:txBody>
          <a:bodyPr wrap="square" rtlCol="0">
            <a:spAutoFit/>
          </a:bodyPr>
          <a:lstStyle/>
          <a:p>
            <a:pPr algn="ctr" defTabSz="1216660">
              <a:spcBef>
                <a:spcPct val="20000"/>
              </a:spcBef>
              <a:defRPr/>
            </a:pPr>
            <a:r>
              <a:rPr lang="en-US" altLang="zh-CN" sz="2000" b="1" dirty="0" err="1">
                <a:solidFill>
                  <a:schemeClr val="bg1"/>
                </a:solidFill>
                <a:latin typeface="微软雅黑" panose="020B0503020204020204" pitchFamily="34" charset="-122"/>
                <a:ea typeface="微软雅黑" panose="020B0503020204020204" pitchFamily="34" charset="-122"/>
                <a:cs typeface="+mn-ea"/>
                <a:sym typeface="+mn-lt"/>
              </a:rPr>
              <a:t>MyBatis</a:t>
            </a: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 name="文本框 11">
            <a:extLst>
              <a:ext uri="{FF2B5EF4-FFF2-40B4-BE49-F238E27FC236}">
                <a16:creationId xmlns:a16="http://schemas.microsoft.com/office/drawing/2014/main" id="{7F6A23F3-110B-1DF0-1BA4-FE33D4363C32}"/>
              </a:ext>
            </a:extLst>
          </p:cNvPr>
          <p:cNvSpPr txBox="1"/>
          <p:nvPr/>
        </p:nvSpPr>
        <p:spPr>
          <a:xfrm>
            <a:off x="753585" y="2361482"/>
            <a:ext cx="10797858" cy="3269613"/>
          </a:xfrm>
          <a:prstGeom prst="rect">
            <a:avLst/>
          </a:prstGeom>
          <a:noFill/>
        </p:spPr>
        <p:txBody>
          <a:bodyPr wrap="square">
            <a:spAutoFit/>
          </a:bodyPr>
          <a:lstStyle/>
          <a:p>
            <a:pPr algn="just">
              <a:lnSpc>
                <a:spcPct val="150000"/>
              </a:lnSpc>
            </a:pPr>
            <a:r>
              <a:rPr lang="en-US" sz="2000" dirty="0" err="1">
                <a:solidFill>
                  <a:srgbClr val="1369B2"/>
                </a:solidFill>
                <a:latin typeface="微软雅黑" panose="020B0503020204020204" pitchFamily="34" charset="-122"/>
                <a:ea typeface="微软雅黑" panose="020B0503020204020204" pitchFamily="34" charset="-122"/>
              </a:rPr>
              <a:t>MyBatis</a:t>
            </a:r>
            <a:r>
              <a:rPr lang="en-US" sz="2000" dirty="0">
                <a:solidFill>
                  <a:srgbClr val="1369B2"/>
                </a:solidFill>
                <a:latin typeface="微软雅黑" panose="020B0503020204020204" pitchFamily="34" charset="-122"/>
                <a:ea typeface="微软雅黑" panose="020B0503020204020204" pitchFamily="34" charset="-122"/>
              </a:rPr>
              <a:t> is a popular </a:t>
            </a:r>
            <a:r>
              <a:rPr lang="en-US" sz="2000" dirty="0">
                <a:solidFill>
                  <a:srgbClr val="FF0000"/>
                </a:solidFill>
                <a:latin typeface="微软雅黑" panose="020B0503020204020204" pitchFamily="34" charset="-122"/>
                <a:ea typeface="微软雅黑" panose="020B0503020204020204" pitchFamily="34" charset="-122"/>
              </a:rPr>
              <a:t>persistence framework</a:t>
            </a:r>
            <a:r>
              <a:rPr lang="en-US" sz="2000" dirty="0">
                <a:solidFill>
                  <a:srgbClr val="1369B2"/>
                </a:solidFill>
                <a:latin typeface="微软雅黑" panose="020B0503020204020204" pitchFamily="34" charset="-122"/>
                <a:ea typeface="微软雅黑" panose="020B0503020204020204" pitchFamily="34" charset="-122"/>
              </a:rPr>
              <a:t>. It uses </a:t>
            </a:r>
            <a:r>
              <a:rPr lang="en-US" sz="2000" dirty="0">
                <a:solidFill>
                  <a:srgbClr val="FF0000"/>
                </a:solidFill>
                <a:latin typeface="微软雅黑" panose="020B0503020204020204" pitchFamily="34" charset="-122"/>
                <a:ea typeface="微软雅黑" panose="020B0503020204020204" pitchFamily="34" charset="-122"/>
              </a:rPr>
              <a:t>XML configuration</a:t>
            </a:r>
            <a:r>
              <a:rPr lang="en-US" sz="2000" dirty="0">
                <a:solidFill>
                  <a:srgbClr val="1369B2"/>
                </a:solidFill>
                <a:latin typeface="微软雅黑" panose="020B0503020204020204" pitchFamily="34" charset="-122"/>
                <a:ea typeface="微软雅黑" panose="020B0503020204020204" pitchFamily="34" charset="-122"/>
              </a:rPr>
              <a:t> files or annotations to define SQL mappings, enabling mapping between </a:t>
            </a:r>
            <a:r>
              <a:rPr lang="en-US" sz="2000" dirty="0">
                <a:solidFill>
                  <a:srgbClr val="FF0000"/>
                </a:solidFill>
                <a:latin typeface="微软雅黑" panose="020B0503020204020204" pitchFamily="34" charset="-122"/>
                <a:ea typeface="微软雅黑" panose="020B0503020204020204" pitchFamily="34" charset="-122"/>
              </a:rPr>
              <a:t>Java objects and database records</a:t>
            </a:r>
            <a:r>
              <a:rPr lang="en-US" sz="2000" dirty="0">
                <a:solidFill>
                  <a:srgbClr val="1369B2"/>
                </a:solidFill>
                <a:latin typeface="微软雅黑" panose="020B0503020204020204" pitchFamily="34" charset="-122"/>
                <a:ea typeface="微软雅黑" panose="020B0503020204020204" pitchFamily="34" charset="-122"/>
              </a:rPr>
              <a:t>. Compared with Hibernate, </a:t>
            </a:r>
            <a:r>
              <a:rPr lang="en-US" sz="2000" dirty="0" err="1">
                <a:solidFill>
                  <a:srgbClr val="1369B2"/>
                </a:solidFill>
                <a:latin typeface="微软雅黑" panose="020B0503020204020204" pitchFamily="34" charset="-122"/>
                <a:ea typeface="微软雅黑" panose="020B0503020204020204" pitchFamily="34" charset="-122"/>
              </a:rPr>
              <a:t>MyBatis</a:t>
            </a:r>
            <a:r>
              <a:rPr lang="en-US" sz="2000" dirty="0">
                <a:solidFill>
                  <a:srgbClr val="1369B2"/>
                </a:solidFill>
                <a:latin typeface="微软雅黑" panose="020B0503020204020204" pitchFamily="34" charset="-122"/>
                <a:ea typeface="微软雅黑" panose="020B0503020204020204" pitchFamily="34" charset="-122"/>
              </a:rPr>
              <a:t> is more flexible and allows developers to write </a:t>
            </a:r>
            <a:r>
              <a:rPr lang="en-US" sz="2000" dirty="0">
                <a:solidFill>
                  <a:srgbClr val="FF0000"/>
                </a:solidFill>
                <a:latin typeface="微软雅黑" panose="020B0503020204020204" pitchFamily="34" charset="-122"/>
                <a:ea typeface="微软雅黑" panose="020B0503020204020204" pitchFamily="34" charset="-122"/>
              </a:rPr>
              <a:t>native SQL queries </a:t>
            </a:r>
            <a:r>
              <a:rPr lang="en-US" sz="2000" dirty="0">
                <a:solidFill>
                  <a:srgbClr val="1369B2"/>
                </a:solidFill>
                <a:latin typeface="微软雅黑" panose="020B0503020204020204" pitchFamily="34" charset="-122"/>
                <a:ea typeface="微软雅黑" panose="020B0503020204020204" pitchFamily="34" charset="-122"/>
              </a:rPr>
              <a:t>directly, while still retaining the </a:t>
            </a:r>
            <a:r>
              <a:rPr lang="en-US" sz="2000" dirty="0">
                <a:solidFill>
                  <a:srgbClr val="FF0000"/>
                </a:solidFill>
                <a:latin typeface="微软雅黑" panose="020B0503020204020204" pitchFamily="34" charset="-122"/>
                <a:ea typeface="微软雅黑" panose="020B0503020204020204" pitchFamily="34" charset="-122"/>
              </a:rPr>
              <a:t>advantages of object–relational mapping (ORM).</a:t>
            </a:r>
            <a:r>
              <a:rPr lang="en-US" sz="2000" dirty="0">
                <a:solidFill>
                  <a:srgbClr val="1369B2"/>
                </a:solidFill>
                <a:latin typeface="微软雅黑" panose="020B0503020204020204" pitchFamily="34" charset="-122"/>
                <a:ea typeface="微软雅黑" panose="020B0503020204020204" pitchFamily="34" charset="-122"/>
              </a:rPr>
              <a:t> </a:t>
            </a:r>
            <a:r>
              <a:rPr lang="en-US" sz="2000" dirty="0" err="1">
                <a:solidFill>
                  <a:srgbClr val="1369B2"/>
                </a:solidFill>
                <a:latin typeface="微软雅黑" panose="020B0503020204020204" pitchFamily="34" charset="-122"/>
                <a:ea typeface="微软雅黑" panose="020B0503020204020204" pitchFamily="34" charset="-122"/>
              </a:rPr>
              <a:t>MyBatis</a:t>
            </a:r>
            <a:r>
              <a:rPr lang="en-US" sz="2000" dirty="0">
                <a:solidFill>
                  <a:srgbClr val="1369B2"/>
                </a:solidFill>
                <a:latin typeface="微软雅黑" panose="020B0503020204020204" pitchFamily="34" charset="-122"/>
                <a:ea typeface="微软雅黑" panose="020B0503020204020204" pitchFamily="34" charset="-122"/>
              </a:rPr>
              <a:t> provides powerful SQL control capabilities, and its </a:t>
            </a:r>
            <a:r>
              <a:rPr lang="en-US" sz="2000" dirty="0">
                <a:solidFill>
                  <a:srgbClr val="FF0000"/>
                </a:solidFill>
                <a:latin typeface="微软雅黑" panose="020B0503020204020204" pitchFamily="34" charset="-122"/>
                <a:ea typeface="微软雅黑" panose="020B0503020204020204" pitchFamily="34" charset="-122"/>
              </a:rPr>
              <a:t>lightweight</a:t>
            </a:r>
            <a:r>
              <a:rPr lang="en-US" sz="2000" dirty="0">
                <a:solidFill>
                  <a:srgbClr val="1369B2"/>
                </a:solidFill>
                <a:latin typeface="微软雅黑" panose="020B0503020204020204" pitchFamily="34" charset="-122"/>
                <a:ea typeface="微软雅黑" panose="020B0503020204020204" pitchFamily="34" charset="-122"/>
              </a:rPr>
              <a:t> nature makes it easy to learn and use, offering users an efficient and flexible database interaction experience.</a:t>
            </a:r>
          </a:p>
        </p:txBody>
      </p:sp>
    </p:spTree>
    <p:extLst>
      <p:ext uri="{BB962C8B-B14F-4D97-AF65-F5344CB8AC3E}">
        <p14:creationId xmlns:p14="http://schemas.microsoft.com/office/powerpoint/2010/main" val="137602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65B2-ADDD-8491-796D-F5472AA293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C0F4B7-F591-8C6F-9DF1-F574CA168DCD}"/>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F3CE11EF-450D-B660-50B3-E8DF7F874F36}"/>
              </a:ext>
            </a:extLst>
          </p:cNvPr>
          <p:cNvSpPr>
            <a:spLocks noGrp="1"/>
          </p:cNvSpPr>
          <p:nvPr>
            <p:ph type="sldNum" sz="quarter" idx="12"/>
          </p:nvPr>
        </p:nvSpPr>
        <p:spPr/>
        <p:txBody>
          <a:bodyPr/>
          <a:lstStyle/>
          <a:p>
            <a:fld id="{5DD3DB80-B894-403A-B48E-6FDC1A72010E}" type="slidenum">
              <a:rPr lang="zh-CN" altLang="en-US" smtClean="0"/>
              <a:pPr/>
              <a:t>10</a:t>
            </a:fld>
            <a:endParaRPr lang="zh-CN" altLang="en-US"/>
          </a:p>
        </p:txBody>
      </p:sp>
      <p:sp>
        <p:nvSpPr>
          <p:cNvPr id="3" name="原创设计师QQ598969553          _3">
            <a:extLst>
              <a:ext uri="{FF2B5EF4-FFF2-40B4-BE49-F238E27FC236}">
                <a16:creationId xmlns:a16="http://schemas.microsoft.com/office/drawing/2014/main" id="{70FC3573-047E-DDB7-8D59-68C102C120E1}"/>
              </a:ext>
            </a:extLst>
          </p:cNvPr>
          <p:cNvSpPr/>
          <p:nvPr>
            <p:custDataLst>
              <p:tags r:id="rId1"/>
            </p:custDataLst>
          </p:nvPr>
        </p:nvSpPr>
        <p:spPr>
          <a:xfrm>
            <a:off x="669924" y="1560443"/>
            <a:ext cx="10931525" cy="4641574"/>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原创设计师QQ598969553          _7">
            <a:extLst>
              <a:ext uri="{FF2B5EF4-FFF2-40B4-BE49-F238E27FC236}">
                <a16:creationId xmlns:a16="http://schemas.microsoft.com/office/drawing/2014/main" id="{7AA25E04-1E06-0647-09B9-D9833F4E9C4F}"/>
              </a:ext>
            </a:extLst>
          </p:cNvPr>
          <p:cNvSpPr txBox="1"/>
          <p:nvPr>
            <p:custDataLst>
              <p:tags r:id="rId2"/>
            </p:custDataLst>
          </p:nvPr>
        </p:nvSpPr>
        <p:spPr>
          <a:xfrm>
            <a:off x="3984625" y="1829614"/>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8" name="原创设计师QQ598969553          _6">
            <a:extLst>
              <a:ext uri="{FF2B5EF4-FFF2-40B4-BE49-F238E27FC236}">
                <a16:creationId xmlns:a16="http://schemas.microsoft.com/office/drawing/2014/main" id="{ECB85C04-4BF2-6E11-1892-1B0828BF92CD}"/>
              </a:ext>
            </a:extLst>
          </p:cNvPr>
          <p:cNvSpPr/>
          <p:nvPr>
            <p:custDataLst>
              <p:tags r:id="rId3"/>
            </p:custDataLst>
          </p:nvPr>
        </p:nvSpPr>
        <p:spPr>
          <a:xfrm>
            <a:off x="3984625" y="1371736"/>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2FFE14C6-E307-023F-8692-FA0610781F50}"/>
              </a:ext>
            </a:extLst>
          </p:cNvPr>
          <p:cNvSpPr txBox="1"/>
          <p:nvPr>
            <p:custDataLst>
              <p:tags r:id="rId4"/>
            </p:custDataLst>
          </p:nvPr>
        </p:nvSpPr>
        <p:spPr>
          <a:xfrm>
            <a:off x="4103052" y="1421266"/>
            <a:ext cx="4098925" cy="398780"/>
          </a:xfrm>
          <a:prstGeom prst="rect">
            <a:avLst/>
          </a:prstGeom>
          <a:noFill/>
        </p:spPr>
        <p:txBody>
          <a:bodyPr wrap="square" rtlCol="0">
            <a:spAutoFit/>
          </a:bodyPr>
          <a:lstStyle/>
          <a:p>
            <a:pPr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Spring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 name="文本框 11">
            <a:extLst>
              <a:ext uri="{FF2B5EF4-FFF2-40B4-BE49-F238E27FC236}">
                <a16:creationId xmlns:a16="http://schemas.microsoft.com/office/drawing/2014/main" id="{E952956D-ACE7-4BC9-984C-7351748A7287}"/>
              </a:ext>
            </a:extLst>
          </p:cNvPr>
          <p:cNvSpPr txBox="1"/>
          <p:nvPr/>
        </p:nvSpPr>
        <p:spPr>
          <a:xfrm>
            <a:off x="803591" y="1820046"/>
            <a:ext cx="10797858" cy="4192943"/>
          </a:xfrm>
          <a:prstGeom prst="rect">
            <a:avLst/>
          </a:prstGeom>
          <a:noFill/>
        </p:spPr>
        <p:txBody>
          <a:bodyPr wrap="square">
            <a:spAutoFit/>
          </a:bodyPr>
          <a:lstStyle/>
          <a:p>
            <a:pPr algn="just">
              <a:lnSpc>
                <a:spcPct val="150000"/>
              </a:lnSpc>
            </a:pPr>
            <a:r>
              <a:rPr lang="en-US" sz="2000" dirty="0">
                <a:solidFill>
                  <a:srgbClr val="1369B2"/>
                </a:solidFill>
                <a:latin typeface="微软雅黑" panose="020B0503020204020204" pitchFamily="34" charset="-122"/>
                <a:ea typeface="微软雅黑" panose="020B0503020204020204" pitchFamily="34" charset="-122"/>
              </a:rPr>
              <a:t>Spring is an </a:t>
            </a:r>
            <a:r>
              <a:rPr lang="en-US" sz="2000" dirty="0">
                <a:solidFill>
                  <a:srgbClr val="FF0000"/>
                </a:solidFill>
                <a:latin typeface="微软雅黑" panose="020B0503020204020204" pitchFamily="34" charset="-122"/>
                <a:ea typeface="微软雅黑" panose="020B0503020204020204" pitchFamily="34" charset="-122"/>
              </a:rPr>
              <a:t>open-source framework designed to address the complexity of enterprise application development</a:t>
            </a:r>
            <a:r>
              <a:rPr lang="en-US" sz="2000" dirty="0">
                <a:solidFill>
                  <a:srgbClr val="1369B2"/>
                </a:solidFill>
                <a:latin typeface="微软雅黑" panose="020B0503020204020204" pitchFamily="34" charset="-122"/>
                <a:ea typeface="微软雅黑" panose="020B0503020204020204" pitchFamily="34" charset="-122"/>
              </a:rPr>
              <a:t>. It integrates the different layers of an application (frameworks that provide solutions for specific layers within an application) in an optimal way. This design enables developers to focus more on the specific implementation of each layer without paying excessive attention to the interaction details between layers, thereby building a coherent and robust system. Spring not only simplifies the development process but also provides a more comprehensive development environment, allowing POJOs (Plain Old Java Objects) to easily obtain enterprise-level service support.</a:t>
            </a:r>
          </a:p>
        </p:txBody>
      </p:sp>
    </p:spTree>
    <p:extLst>
      <p:ext uri="{BB962C8B-B14F-4D97-AF65-F5344CB8AC3E}">
        <p14:creationId xmlns:p14="http://schemas.microsoft.com/office/powerpoint/2010/main" val="2494150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050B4-DF8C-C879-4398-02A1547323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8EF096-C770-489B-9764-4352C09AB8E1}"/>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0ADAF6A4-9B5E-7B8C-22E7-100D44F02A87}"/>
              </a:ext>
            </a:extLst>
          </p:cNvPr>
          <p:cNvSpPr>
            <a:spLocks noGrp="1"/>
          </p:cNvSpPr>
          <p:nvPr>
            <p:ph type="sldNum" sz="quarter" idx="12"/>
          </p:nvPr>
        </p:nvSpPr>
        <p:spPr>
          <a:xfrm>
            <a:off x="8610599" y="6339854"/>
            <a:ext cx="2909888" cy="206381"/>
          </a:xfrm>
        </p:spPr>
        <p:txBody>
          <a:bodyPr/>
          <a:lstStyle/>
          <a:p>
            <a:fld id="{5DD3DB80-B894-403A-B48E-6FDC1A72010E}" type="slidenum">
              <a:rPr lang="zh-CN" altLang="en-US" smtClean="0"/>
              <a:pPr/>
              <a:t>11</a:t>
            </a:fld>
            <a:endParaRPr lang="zh-CN" altLang="en-US"/>
          </a:p>
        </p:txBody>
      </p:sp>
      <p:sp>
        <p:nvSpPr>
          <p:cNvPr id="3" name="原创设计师QQ598969553          _3">
            <a:extLst>
              <a:ext uri="{FF2B5EF4-FFF2-40B4-BE49-F238E27FC236}">
                <a16:creationId xmlns:a16="http://schemas.microsoft.com/office/drawing/2014/main" id="{B54CCA2C-AC57-84C5-6AB9-5D0489BA9724}"/>
              </a:ext>
            </a:extLst>
          </p:cNvPr>
          <p:cNvSpPr/>
          <p:nvPr>
            <p:custDataLst>
              <p:tags r:id="rId1"/>
            </p:custDataLst>
          </p:nvPr>
        </p:nvSpPr>
        <p:spPr>
          <a:xfrm>
            <a:off x="669924" y="2067824"/>
            <a:ext cx="10931525" cy="324878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原创设计师QQ598969553          _7">
            <a:extLst>
              <a:ext uri="{FF2B5EF4-FFF2-40B4-BE49-F238E27FC236}">
                <a16:creationId xmlns:a16="http://schemas.microsoft.com/office/drawing/2014/main" id="{497B9B1B-1385-1AB0-6204-724409E1F6EF}"/>
              </a:ext>
            </a:extLst>
          </p:cNvPr>
          <p:cNvSpPr txBox="1"/>
          <p:nvPr>
            <p:custDataLst>
              <p:tags r:id="rId2"/>
            </p:custDataLst>
          </p:nvPr>
        </p:nvSpPr>
        <p:spPr>
          <a:xfrm>
            <a:off x="3984625" y="1541393"/>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8" name="原创设计师QQ598969553          _6">
            <a:extLst>
              <a:ext uri="{FF2B5EF4-FFF2-40B4-BE49-F238E27FC236}">
                <a16:creationId xmlns:a16="http://schemas.microsoft.com/office/drawing/2014/main" id="{2B080F83-E9A9-FF14-7C5E-F0FCAD1F2038}"/>
              </a:ext>
            </a:extLst>
          </p:cNvPr>
          <p:cNvSpPr/>
          <p:nvPr>
            <p:custDataLst>
              <p:tags r:id="rId3"/>
            </p:custDataLst>
          </p:nvPr>
        </p:nvSpPr>
        <p:spPr>
          <a:xfrm>
            <a:off x="3984625" y="1862015"/>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6BAEA2F6-93DE-9E14-E7E7-082DEE6C811D}"/>
              </a:ext>
            </a:extLst>
          </p:cNvPr>
          <p:cNvSpPr txBox="1"/>
          <p:nvPr>
            <p:custDataLst>
              <p:tags r:id="rId4"/>
            </p:custDataLst>
          </p:nvPr>
        </p:nvSpPr>
        <p:spPr>
          <a:xfrm>
            <a:off x="4103052" y="1911545"/>
            <a:ext cx="4098925" cy="398780"/>
          </a:xfrm>
          <a:prstGeom prst="rect">
            <a:avLst/>
          </a:prstGeom>
          <a:noFill/>
        </p:spPr>
        <p:txBody>
          <a:bodyPr wrap="square" rtlCol="0">
            <a:spAutoFit/>
          </a:bodyPr>
          <a:lstStyle/>
          <a:p>
            <a:pPr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Spring MVC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1" name="文本框 10">
            <a:extLst>
              <a:ext uri="{FF2B5EF4-FFF2-40B4-BE49-F238E27FC236}">
                <a16:creationId xmlns:a16="http://schemas.microsoft.com/office/drawing/2014/main" id="{64412478-93A0-6314-3A75-C45DC272E234}"/>
              </a:ext>
            </a:extLst>
          </p:cNvPr>
          <p:cNvSpPr txBox="1"/>
          <p:nvPr/>
        </p:nvSpPr>
        <p:spPr>
          <a:xfrm>
            <a:off x="983974" y="2636274"/>
            <a:ext cx="9968948" cy="2346283"/>
          </a:xfrm>
          <a:prstGeom prst="rect">
            <a:avLst/>
          </a:prstGeom>
          <a:noFill/>
        </p:spPr>
        <p:txBody>
          <a:bodyPr wrap="square">
            <a:spAutoFit/>
          </a:bodyPr>
          <a:lstStyle/>
          <a:p>
            <a:pPr algn="just">
              <a:lnSpc>
                <a:spcPct val="150000"/>
              </a:lnSpc>
            </a:pPr>
            <a:r>
              <a:rPr lang="en-US" sz="2000" dirty="0">
                <a:solidFill>
                  <a:srgbClr val="FF0000"/>
                </a:solidFill>
                <a:latin typeface="微软雅黑" panose="020B0503020204020204" pitchFamily="34" charset="-122"/>
                <a:ea typeface="微软雅黑" panose="020B0503020204020204" pitchFamily="34" charset="-122"/>
              </a:rPr>
              <a:t>Spring MVC </a:t>
            </a:r>
            <a:r>
              <a:rPr lang="en-US" sz="2000" dirty="0">
                <a:solidFill>
                  <a:srgbClr val="1369B2"/>
                </a:solidFill>
                <a:latin typeface="微软雅黑" panose="020B0503020204020204" pitchFamily="34" charset="-122"/>
                <a:ea typeface="微软雅黑" panose="020B0503020204020204" pitchFamily="34" charset="-122"/>
              </a:rPr>
              <a:t>is a module within the Spring framework used to build web applications based on the </a:t>
            </a:r>
            <a:r>
              <a:rPr lang="en-US" sz="2000" dirty="0">
                <a:solidFill>
                  <a:srgbClr val="FF0000"/>
                </a:solidFill>
                <a:latin typeface="微软雅黑" panose="020B0503020204020204" pitchFamily="34" charset="-122"/>
                <a:ea typeface="微软雅黑" panose="020B0503020204020204" pitchFamily="34" charset="-122"/>
              </a:rPr>
              <a:t>MVC (Model–View–Controller) pattern</a:t>
            </a:r>
            <a:r>
              <a:rPr lang="en-US" sz="2000" dirty="0">
                <a:solidFill>
                  <a:srgbClr val="1369B2"/>
                </a:solidFill>
                <a:latin typeface="微软雅黑" panose="020B0503020204020204" pitchFamily="34" charset="-122"/>
                <a:ea typeface="微软雅黑" panose="020B0503020204020204" pitchFamily="34" charset="-122"/>
              </a:rPr>
              <a:t>. By mapping requests to corresponding handlers, it supports multiple view technologies and provides flexible request-processing mechanisms. Spring MVC helps developers build web applications that are flexible, scalable, and easy to maintain.</a:t>
            </a:r>
          </a:p>
        </p:txBody>
      </p:sp>
    </p:spTree>
    <p:extLst>
      <p:ext uri="{BB962C8B-B14F-4D97-AF65-F5344CB8AC3E}">
        <p14:creationId xmlns:p14="http://schemas.microsoft.com/office/powerpoint/2010/main" val="3124326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227D-D0E6-F1B4-ADF4-8188CAF7AE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60A2AE-9305-4502-C3AA-429CB98B188F}"/>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029A3120-1E67-701A-8C20-DFE9FA1AF535}"/>
              </a:ext>
            </a:extLst>
          </p:cNvPr>
          <p:cNvSpPr>
            <a:spLocks noGrp="1"/>
          </p:cNvSpPr>
          <p:nvPr>
            <p:ph type="sldNum" sz="quarter" idx="12"/>
          </p:nvPr>
        </p:nvSpPr>
        <p:spPr>
          <a:xfrm>
            <a:off x="8610599" y="6339854"/>
            <a:ext cx="2909888" cy="206381"/>
          </a:xfrm>
        </p:spPr>
        <p:txBody>
          <a:bodyPr/>
          <a:lstStyle/>
          <a:p>
            <a:fld id="{5DD3DB80-B894-403A-B48E-6FDC1A72010E}" type="slidenum">
              <a:rPr lang="zh-CN" altLang="en-US" smtClean="0"/>
              <a:pPr/>
              <a:t>12</a:t>
            </a:fld>
            <a:endParaRPr lang="zh-CN" altLang="en-US"/>
          </a:p>
        </p:txBody>
      </p:sp>
      <p:sp>
        <p:nvSpPr>
          <p:cNvPr id="3" name="原创设计师QQ598969553          _3">
            <a:extLst>
              <a:ext uri="{FF2B5EF4-FFF2-40B4-BE49-F238E27FC236}">
                <a16:creationId xmlns:a16="http://schemas.microsoft.com/office/drawing/2014/main" id="{7B2C3A4B-6F2A-8BEE-BAA7-37CE5253A5BB}"/>
              </a:ext>
            </a:extLst>
          </p:cNvPr>
          <p:cNvSpPr/>
          <p:nvPr>
            <p:custDataLst>
              <p:tags r:id="rId1"/>
            </p:custDataLst>
          </p:nvPr>
        </p:nvSpPr>
        <p:spPr>
          <a:xfrm>
            <a:off x="669924" y="2067824"/>
            <a:ext cx="10931525" cy="324878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原创设计师QQ598969553          _7">
            <a:extLst>
              <a:ext uri="{FF2B5EF4-FFF2-40B4-BE49-F238E27FC236}">
                <a16:creationId xmlns:a16="http://schemas.microsoft.com/office/drawing/2014/main" id="{320AAA46-C5BE-0F95-1FD4-940A706DDC58}"/>
              </a:ext>
            </a:extLst>
          </p:cNvPr>
          <p:cNvSpPr txBox="1"/>
          <p:nvPr>
            <p:custDataLst>
              <p:tags r:id="rId2"/>
            </p:custDataLst>
          </p:nvPr>
        </p:nvSpPr>
        <p:spPr>
          <a:xfrm>
            <a:off x="3984625" y="1541393"/>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8" name="原创设计师QQ598969553          _6">
            <a:extLst>
              <a:ext uri="{FF2B5EF4-FFF2-40B4-BE49-F238E27FC236}">
                <a16:creationId xmlns:a16="http://schemas.microsoft.com/office/drawing/2014/main" id="{67CE7A8E-4606-4AFA-2F90-5284DB191031}"/>
              </a:ext>
            </a:extLst>
          </p:cNvPr>
          <p:cNvSpPr/>
          <p:nvPr>
            <p:custDataLst>
              <p:tags r:id="rId3"/>
            </p:custDataLst>
          </p:nvPr>
        </p:nvSpPr>
        <p:spPr>
          <a:xfrm>
            <a:off x="3984625" y="1862015"/>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1A5F463E-A1CD-0B64-F4A7-F63C1FF2BB66}"/>
              </a:ext>
            </a:extLst>
          </p:cNvPr>
          <p:cNvSpPr txBox="1"/>
          <p:nvPr>
            <p:custDataLst>
              <p:tags r:id="rId4"/>
            </p:custDataLst>
          </p:nvPr>
        </p:nvSpPr>
        <p:spPr>
          <a:xfrm>
            <a:off x="4103052" y="1911545"/>
            <a:ext cx="4098925" cy="398780"/>
          </a:xfrm>
          <a:prstGeom prst="rect">
            <a:avLst/>
          </a:prstGeom>
          <a:noFill/>
        </p:spPr>
        <p:txBody>
          <a:bodyPr wrap="square" rtlCol="0">
            <a:spAutoFit/>
          </a:bodyPr>
          <a:lstStyle/>
          <a:p>
            <a:pPr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Spring Boot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405089DE-B0AF-A739-D4A8-7E014ED45632}"/>
              </a:ext>
            </a:extLst>
          </p:cNvPr>
          <p:cNvSpPr txBox="1"/>
          <p:nvPr/>
        </p:nvSpPr>
        <p:spPr>
          <a:xfrm>
            <a:off x="946262" y="2644917"/>
            <a:ext cx="10297885" cy="2346283"/>
          </a:xfrm>
          <a:prstGeom prst="rect">
            <a:avLst/>
          </a:prstGeom>
          <a:noFill/>
        </p:spPr>
        <p:txBody>
          <a:bodyPr wrap="square">
            <a:spAutoFit/>
          </a:bodyPr>
          <a:lstStyle/>
          <a:p>
            <a:pPr algn="just">
              <a:lnSpc>
                <a:spcPct val="150000"/>
              </a:lnSpc>
            </a:pPr>
            <a:r>
              <a:rPr lang="en-US" sz="2000" dirty="0">
                <a:solidFill>
                  <a:srgbClr val="1369B2"/>
                </a:solidFill>
                <a:latin typeface="微软雅黑" panose="020B0503020204020204" pitchFamily="34" charset="-122"/>
                <a:ea typeface="微软雅黑" panose="020B0503020204020204" pitchFamily="34" charset="-122"/>
              </a:rPr>
              <a:t>Spring Boot is a framework designed to </a:t>
            </a:r>
            <a:r>
              <a:rPr lang="en-US" sz="2000" dirty="0">
                <a:solidFill>
                  <a:srgbClr val="FF0000"/>
                </a:solidFill>
                <a:latin typeface="微软雅黑" panose="020B0503020204020204" pitchFamily="34" charset="-122"/>
                <a:ea typeface="微软雅黑" panose="020B0503020204020204" pitchFamily="34" charset="-122"/>
              </a:rPr>
              <a:t>simplify the initial setup and development process of Spring applications</a:t>
            </a:r>
            <a:r>
              <a:rPr lang="en-US" sz="2000" dirty="0">
                <a:solidFill>
                  <a:srgbClr val="1369B2"/>
                </a:solidFill>
                <a:latin typeface="微软雅黑" panose="020B0503020204020204" pitchFamily="34" charset="-122"/>
                <a:ea typeface="微软雅黑" panose="020B0503020204020204" pitchFamily="34" charset="-122"/>
              </a:rPr>
              <a:t>. It provides features such as </a:t>
            </a:r>
            <a:r>
              <a:rPr lang="en-US" sz="2000" dirty="0">
                <a:solidFill>
                  <a:srgbClr val="FF0000"/>
                </a:solidFill>
                <a:latin typeface="微软雅黑" panose="020B0503020204020204" pitchFamily="34" charset="-122"/>
                <a:ea typeface="微软雅黑" panose="020B0503020204020204" pitchFamily="34" charset="-122"/>
              </a:rPr>
              <a:t>auto-configuration, embedded web servers, health checks, and externalized configuration, enabling developers to quickly build production-ready Spring applications without complex and cumbersome configuration.</a:t>
            </a:r>
          </a:p>
        </p:txBody>
      </p:sp>
    </p:spTree>
    <p:extLst>
      <p:ext uri="{BB962C8B-B14F-4D97-AF65-F5344CB8AC3E}">
        <p14:creationId xmlns:p14="http://schemas.microsoft.com/office/powerpoint/2010/main" val="522218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F834-0157-D83B-61E2-F12F25766C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C85358-61A8-0057-07EA-0757A9D3EE80}"/>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1.1 Framework Overview</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1C0B0F36-896C-6556-5787-FC9367D57F71}"/>
              </a:ext>
            </a:extLst>
          </p:cNvPr>
          <p:cNvSpPr>
            <a:spLocks noGrp="1"/>
          </p:cNvSpPr>
          <p:nvPr>
            <p:ph type="sldNum" sz="quarter" idx="12"/>
          </p:nvPr>
        </p:nvSpPr>
        <p:spPr>
          <a:xfrm>
            <a:off x="8610599" y="6339854"/>
            <a:ext cx="2909888" cy="206381"/>
          </a:xfrm>
        </p:spPr>
        <p:txBody>
          <a:bodyPr/>
          <a:lstStyle/>
          <a:p>
            <a:fld id="{5DD3DB80-B894-403A-B48E-6FDC1A72010E}" type="slidenum">
              <a:rPr lang="zh-CN" altLang="en-US" smtClean="0"/>
              <a:pPr/>
              <a:t>13</a:t>
            </a:fld>
            <a:endParaRPr lang="zh-CN" altLang="en-US"/>
          </a:p>
        </p:txBody>
      </p:sp>
      <p:sp>
        <p:nvSpPr>
          <p:cNvPr id="3" name="原创设计师QQ598969553          _3">
            <a:extLst>
              <a:ext uri="{FF2B5EF4-FFF2-40B4-BE49-F238E27FC236}">
                <a16:creationId xmlns:a16="http://schemas.microsoft.com/office/drawing/2014/main" id="{F0F4826C-EBC5-9C85-69C3-4EE9ED468180}"/>
              </a:ext>
            </a:extLst>
          </p:cNvPr>
          <p:cNvSpPr/>
          <p:nvPr>
            <p:custDataLst>
              <p:tags r:id="rId1"/>
            </p:custDataLst>
          </p:nvPr>
        </p:nvSpPr>
        <p:spPr>
          <a:xfrm>
            <a:off x="669924" y="2067824"/>
            <a:ext cx="10931525" cy="3766919"/>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原创设计师QQ598969553          _7">
            <a:extLst>
              <a:ext uri="{FF2B5EF4-FFF2-40B4-BE49-F238E27FC236}">
                <a16:creationId xmlns:a16="http://schemas.microsoft.com/office/drawing/2014/main" id="{E5F586E8-51B3-E48F-0E66-22F30BA2B4F5}"/>
              </a:ext>
            </a:extLst>
          </p:cNvPr>
          <p:cNvSpPr txBox="1"/>
          <p:nvPr>
            <p:custDataLst>
              <p:tags r:id="rId2"/>
            </p:custDataLst>
          </p:nvPr>
        </p:nvSpPr>
        <p:spPr>
          <a:xfrm>
            <a:off x="3984625" y="1541393"/>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Hibernate 框架</a:t>
            </a:r>
          </a:p>
        </p:txBody>
      </p:sp>
      <p:sp>
        <p:nvSpPr>
          <p:cNvPr id="8" name="原创设计师QQ598969553          _6">
            <a:extLst>
              <a:ext uri="{FF2B5EF4-FFF2-40B4-BE49-F238E27FC236}">
                <a16:creationId xmlns:a16="http://schemas.microsoft.com/office/drawing/2014/main" id="{7EA493C8-46E1-3B1B-66ED-66E095C1491D}"/>
              </a:ext>
            </a:extLst>
          </p:cNvPr>
          <p:cNvSpPr/>
          <p:nvPr>
            <p:custDataLst>
              <p:tags r:id="rId3"/>
            </p:custDataLst>
          </p:nvPr>
        </p:nvSpPr>
        <p:spPr>
          <a:xfrm>
            <a:off x="3984625" y="1862015"/>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3" name="原创设计师QQ598969553          _7">
            <a:extLst>
              <a:ext uri="{FF2B5EF4-FFF2-40B4-BE49-F238E27FC236}">
                <a16:creationId xmlns:a16="http://schemas.microsoft.com/office/drawing/2014/main" id="{8AA4A10C-5E85-81FB-954C-7A21C094A32F}"/>
              </a:ext>
            </a:extLst>
          </p:cNvPr>
          <p:cNvSpPr txBox="1"/>
          <p:nvPr>
            <p:custDataLst>
              <p:tags r:id="rId4"/>
            </p:custDataLst>
          </p:nvPr>
        </p:nvSpPr>
        <p:spPr>
          <a:xfrm>
            <a:off x="4103052" y="1911545"/>
            <a:ext cx="4098925" cy="398780"/>
          </a:xfrm>
          <a:prstGeom prst="rect">
            <a:avLst/>
          </a:prstGeom>
          <a:noFill/>
        </p:spPr>
        <p:txBody>
          <a:bodyPr wrap="square" rtlCol="0">
            <a:spAutoFit/>
          </a:bodyPr>
          <a:lstStyle/>
          <a:p>
            <a:pPr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Spring Cloud Framework</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8A128356-50EB-68ED-A188-99D3A40DBBBE}"/>
              </a:ext>
            </a:extLst>
          </p:cNvPr>
          <p:cNvSpPr txBox="1"/>
          <p:nvPr/>
        </p:nvSpPr>
        <p:spPr>
          <a:xfrm>
            <a:off x="946262" y="2644917"/>
            <a:ext cx="10297885" cy="2807948"/>
          </a:xfrm>
          <a:prstGeom prst="rect">
            <a:avLst/>
          </a:prstGeom>
          <a:noFill/>
        </p:spPr>
        <p:txBody>
          <a:bodyPr wrap="square">
            <a:spAutoFit/>
          </a:bodyPr>
          <a:lstStyle/>
          <a:p>
            <a:pPr algn="just">
              <a:lnSpc>
                <a:spcPct val="150000"/>
              </a:lnSpc>
            </a:pPr>
            <a:r>
              <a:rPr lang="en-US" sz="2000" dirty="0">
                <a:solidFill>
                  <a:srgbClr val="1369B2"/>
                </a:solidFill>
                <a:latin typeface="微软雅黑" panose="020B0503020204020204" pitchFamily="34" charset="-122"/>
                <a:ea typeface="微软雅黑" panose="020B0503020204020204" pitchFamily="34" charset="-122"/>
              </a:rPr>
              <a:t>Spring Cloud is a collection of tools for building </a:t>
            </a:r>
            <a:r>
              <a:rPr lang="en-US" sz="2000" dirty="0">
                <a:solidFill>
                  <a:srgbClr val="FF0000"/>
                </a:solidFill>
                <a:latin typeface="微软雅黑" panose="020B0503020204020204" pitchFamily="34" charset="-122"/>
                <a:ea typeface="微软雅黑" panose="020B0503020204020204" pitchFamily="34" charset="-122"/>
              </a:rPr>
              <a:t>distributed systems </a:t>
            </a:r>
            <a:r>
              <a:rPr lang="en-US" sz="2000" dirty="0">
                <a:solidFill>
                  <a:srgbClr val="1369B2"/>
                </a:solidFill>
                <a:latin typeface="微软雅黑" panose="020B0503020204020204" pitchFamily="34" charset="-122"/>
                <a:ea typeface="微软雅黑" panose="020B0503020204020204" pitchFamily="34" charset="-122"/>
              </a:rPr>
              <a:t>based on a microservices architecture. </a:t>
            </a:r>
            <a:r>
              <a:rPr lang="en-US" sz="2000" dirty="0">
                <a:solidFill>
                  <a:srgbClr val="FF0000"/>
                </a:solidFill>
                <a:latin typeface="微软雅黑" panose="020B0503020204020204" pitchFamily="34" charset="-122"/>
                <a:ea typeface="微软雅黑" panose="020B0503020204020204" pitchFamily="34" charset="-122"/>
              </a:rPr>
              <a:t>It provides multiple components, such as service discovery, load balancing, circuit breakers, and distributed configuration, helping developers build scalable, resilient, and highly available microservice architectures. </a:t>
            </a:r>
            <a:r>
              <a:rPr lang="en-US" sz="2000" dirty="0">
                <a:solidFill>
                  <a:srgbClr val="1369B2"/>
                </a:solidFill>
                <a:latin typeface="微软雅黑" panose="020B0503020204020204" pitchFamily="34" charset="-122"/>
                <a:ea typeface="微软雅黑" panose="020B0503020204020204" pitchFamily="34" charset="-122"/>
              </a:rPr>
              <a:t>When used together with </a:t>
            </a:r>
            <a:r>
              <a:rPr lang="en-US" sz="2000" dirty="0">
                <a:solidFill>
                  <a:srgbClr val="FF0000"/>
                </a:solidFill>
                <a:latin typeface="微软雅黑" panose="020B0503020204020204" pitchFamily="34" charset="-122"/>
                <a:ea typeface="微软雅黑" panose="020B0503020204020204" pitchFamily="34" charset="-122"/>
              </a:rPr>
              <a:t>Spring Boot, Spring Cloud better supports the development and deployment of microservice-based applications.</a:t>
            </a:r>
          </a:p>
        </p:txBody>
      </p:sp>
    </p:spTree>
    <p:extLst>
      <p:ext uri="{BB962C8B-B14F-4D97-AF65-F5344CB8AC3E}">
        <p14:creationId xmlns:p14="http://schemas.microsoft.com/office/powerpoint/2010/main" val="2458595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AF55-A0B0-24CF-40D9-1D21F971A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95C5F02-3691-42CF-F34E-C495C2F871E6}"/>
              </a:ext>
            </a:extLst>
          </p:cNvPr>
          <p:cNvSpPr>
            <a:spLocks noGrp="1"/>
          </p:cNvSpPr>
          <p:nvPr>
            <p:ph type="title"/>
          </p:nvPr>
        </p:nvSpPr>
        <p:spPr>
          <a:xfrm>
            <a:off x="1926771" y="435429"/>
            <a:ext cx="8784771" cy="3940629"/>
          </a:xfrm>
        </p:spPr>
        <p:txBody>
          <a:bodyPr>
            <a:normAutofit/>
          </a:bodyPr>
          <a:lstStyle/>
          <a:p>
            <a:pPr>
              <a:lnSpc>
                <a:spcPct val="150000"/>
              </a:lnSpc>
            </a:pPr>
            <a:r>
              <a:rPr lang="en-US" sz="4800" dirty="0"/>
              <a:t>1.2 Introduction to the Spring Framework</a:t>
            </a:r>
          </a:p>
        </p:txBody>
      </p:sp>
    </p:spTree>
    <p:extLst>
      <p:ext uri="{BB962C8B-B14F-4D97-AF65-F5344CB8AC3E}">
        <p14:creationId xmlns:p14="http://schemas.microsoft.com/office/powerpoint/2010/main" val="2195173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B39E-2CFC-FDBB-A83E-58BBCCF996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42C78B-5642-60B1-8202-2B0BBFABA333}"/>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1.2.1 Overview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F9FD8B22-115E-D238-12FA-6E0B3C7DB148}"/>
              </a:ext>
            </a:extLst>
          </p:cNvPr>
          <p:cNvSpPr>
            <a:spLocks noGrp="1"/>
          </p:cNvSpPr>
          <p:nvPr>
            <p:ph type="sldNum" sz="quarter" idx="12"/>
          </p:nvPr>
        </p:nvSpPr>
        <p:spPr/>
        <p:txBody>
          <a:bodyPr/>
          <a:lstStyle/>
          <a:p>
            <a:fld id="{5DD3DB80-B894-403A-B48E-6FDC1A72010E}" type="slidenum">
              <a:rPr lang="zh-CN" altLang="en-US" smtClean="0"/>
              <a:pPr/>
              <a:t>15</a:t>
            </a:fld>
            <a:endParaRPr lang="zh-CN" altLang="en-US"/>
          </a:p>
        </p:txBody>
      </p:sp>
      <p:pic>
        <p:nvPicPr>
          <p:cNvPr id="3" name="图片 2">
            <a:extLst>
              <a:ext uri="{FF2B5EF4-FFF2-40B4-BE49-F238E27FC236}">
                <a16:creationId xmlns:a16="http://schemas.microsoft.com/office/drawing/2014/main" id="{A586D4B1-BBB0-EFB8-DD30-15B61D5E92B9}"/>
              </a:ext>
            </a:extLst>
          </p:cNvPr>
          <p:cNvPicPr>
            <a:picLocks noChangeAspect="1"/>
          </p:cNvPicPr>
          <p:nvPr>
            <p:custDataLst>
              <p:tags r:id="rId1"/>
            </p:custDataLst>
          </p:nvPr>
        </p:nvPicPr>
        <p:blipFill>
          <a:blip r:embed="rId5"/>
          <a:stretch>
            <a:fillRect/>
          </a:stretch>
        </p:blipFill>
        <p:spPr>
          <a:xfrm>
            <a:off x="944855" y="2215827"/>
            <a:ext cx="2797737" cy="3896754"/>
          </a:xfrm>
          <a:prstGeom prst="rect">
            <a:avLst/>
          </a:prstGeom>
        </p:spPr>
      </p:pic>
      <p:sp>
        <p:nvSpPr>
          <p:cNvPr id="5" name="椭圆形标注 7">
            <a:extLst>
              <a:ext uri="{FF2B5EF4-FFF2-40B4-BE49-F238E27FC236}">
                <a16:creationId xmlns:a16="http://schemas.microsoft.com/office/drawing/2014/main" id="{F2779026-8F1F-9A1C-38A6-539EAC5D64E3}"/>
              </a:ext>
            </a:extLst>
          </p:cNvPr>
          <p:cNvSpPr/>
          <p:nvPr>
            <p:custDataLst>
              <p:tags r:id="rId2"/>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Let’s set a small goal first! </a:t>
            </a:r>
          </a:p>
        </p:txBody>
      </p:sp>
      <p:sp>
        <p:nvSpPr>
          <p:cNvPr id="6" name="TextBox 35">
            <a:extLst>
              <a:ext uri="{FF2B5EF4-FFF2-40B4-BE49-F238E27FC236}">
                <a16:creationId xmlns:a16="http://schemas.microsoft.com/office/drawing/2014/main" id="{0573C48C-5796-B335-026F-2221D6C4C7B5}"/>
              </a:ext>
            </a:extLst>
          </p:cNvPr>
          <p:cNvSpPr txBox="1">
            <a:spLocks noChangeArrowheads="1"/>
          </p:cNvSpPr>
          <p:nvPr>
            <p:custDataLst>
              <p:tags r:id="rId3"/>
            </p:custDataLst>
          </p:nvPr>
        </p:nvSpPr>
        <p:spPr bwMode="auto">
          <a:xfrm>
            <a:off x="3742592" y="3222813"/>
            <a:ext cx="8057166" cy="971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en-US" altLang="zh-CN" sz="24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 of the Spring framework and be able to briefly describe its advantages.</a:t>
            </a:r>
            <a:endParaRPr lang="zh-CN" altLang="en-US" sz="2400" dirty="0">
              <a:solidFill>
                <a:srgbClr val="1369B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5300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854D6-B33A-76A8-E33F-CA53D29652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E676C7-3721-A5DD-DB90-A38C3A4D42DE}"/>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1.2.1 Overview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8C8F47BE-5193-8AE8-0C14-59FF5F32D737}"/>
              </a:ext>
            </a:extLst>
          </p:cNvPr>
          <p:cNvSpPr>
            <a:spLocks noGrp="1"/>
          </p:cNvSpPr>
          <p:nvPr>
            <p:ph type="sldNum" sz="quarter" idx="12"/>
          </p:nvPr>
        </p:nvSpPr>
        <p:spPr/>
        <p:txBody>
          <a:bodyPr/>
          <a:lstStyle/>
          <a:p>
            <a:fld id="{5DD3DB80-B894-403A-B48E-6FDC1A72010E}" type="slidenum">
              <a:rPr lang="zh-CN" altLang="en-US" smtClean="0"/>
              <a:pPr/>
              <a:t>16</a:t>
            </a:fld>
            <a:endParaRPr lang="zh-CN" altLang="en-US"/>
          </a:p>
        </p:txBody>
      </p:sp>
      <p:sp>
        <p:nvSpPr>
          <p:cNvPr id="7" name="形状 16504">
            <a:extLst>
              <a:ext uri="{FF2B5EF4-FFF2-40B4-BE49-F238E27FC236}">
                <a16:creationId xmlns:a16="http://schemas.microsoft.com/office/drawing/2014/main" id="{0CD16EBD-0DAB-453D-797C-C2629C2D1B4D}"/>
              </a:ext>
            </a:extLst>
          </p:cNvPr>
          <p:cNvSpPr/>
          <p:nvPr>
            <p:custDataLst>
              <p:tags r:id="rId1"/>
            </p:custDataLst>
          </p:nvPr>
        </p:nvSpPr>
        <p:spPr>
          <a:xfrm>
            <a:off x="6189572" y="2764154"/>
            <a:ext cx="5882005" cy="3682689"/>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40" tIns="292735" rIns="66040" bIns="66040"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8" name="形状 16504">
            <a:extLst>
              <a:ext uri="{FF2B5EF4-FFF2-40B4-BE49-F238E27FC236}">
                <a16:creationId xmlns:a16="http://schemas.microsoft.com/office/drawing/2014/main" id="{CF227673-9D76-EABF-A94F-66CB276112DF}"/>
              </a:ext>
            </a:extLst>
          </p:cNvPr>
          <p:cNvSpPr/>
          <p:nvPr>
            <p:custDataLst>
              <p:tags r:id="rId2"/>
            </p:custDataLst>
          </p:nvPr>
        </p:nvSpPr>
        <p:spPr>
          <a:xfrm>
            <a:off x="195943" y="2764155"/>
            <a:ext cx="5806487" cy="32245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40" tIns="292735" rIns="66040" bIns="66040"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9" name="形状 16505">
            <a:extLst>
              <a:ext uri="{FF2B5EF4-FFF2-40B4-BE49-F238E27FC236}">
                <a16:creationId xmlns:a16="http://schemas.microsoft.com/office/drawing/2014/main" id="{92309CDC-EA54-7CD3-BFB2-2CCF33602E0B}"/>
              </a:ext>
            </a:extLst>
          </p:cNvPr>
          <p:cNvSpPr/>
          <p:nvPr>
            <p:custDataLst>
              <p:tags r:id="rId3"/>
            </p:custDataLst>
          </p:nvPr>
        </p:nvSpPr>
        <p:spPr>
          <a:xfrm>
            <a:off x="1578429" y="2349386"/>
            <a:ext cx="3369491"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10" name="文本框 9">
            <a:extLst>
              <a:ext uri="{FF2B5EF4-FFF2-40B4-BE49-F238E27FC236}">
                <a16:creationId xmlns:a16="http://schemas.microsoft.com/office/drawing/2014/main" id="{928E8A35-094B-FC52-6937-DD82B1AFEA20}"/>
              </a:ext>
            </a:extLst>
          </p:cNvPr>
          <p:cNvSpPr txBox="1"/>
          <p:nvPr>
            <p:custDataLst>
              <p:tags r:id="rId4"/>
            </p:custDataLst>
          </p:nvPr>
        </p:nvSpPr>
        <p:spPr>
          <a:xfrm>
            <a:off x="1831657" y="2406000"/>
            <a:ext cx="2937691" cy="646331"/>
          </a:xfrm>
          <a:prstGeom prst="rect">
            <a:avLst/>
          </a:prstGeom>
          <a:noFill/>
        </p:spPr>
        <p:txBody>
          <a:bodyPr vert="horz" wrap="square" lIns="91440" tIns="45720" rIns="91440" bIns="45720" anchor="t">
            <a:spAutoFit/>
          </a:bodyPr>
          <a:lstStyle/>
          <a:p>
            <a:pPr algn="ctr" defTabSz="508000" eaLnBrk="0">
              <a:defRPr/>
            </a:pPr>
            <a:r>
              <a:rPr lang="en-US" b="1" dirty="0">
                <a:solidFill>
                  <a:schemeClr val="bg1"/>
                </a:solidFill>
                <a:ea typeface="+mn-lt"/>
              </a:rPr>
              <a:t>Early Development in Java EE</a:t>
            </a:r>
            <a:endParaRPr lang="en-US" altLang="zh-CN" b="1" dirty="0">
              <a:solidFill>
                <a:schemeClr val="bg1"/>
              </a:solidFill>
              <a:ea typeface="+mn-lt"/>
              <a:sym typeface="+mn-ea"/>
            </a:endParaRPr>
          </a:p>
        </p:txBody>
      </p:sp>
      <p:sp>
        <p:nvSpPr>
          <p:cNvPr id="11" name="文本框 10">
            <a:extLst>
              <a:ext uri="{FF2B5EF4-FFF2-40B4-BE49-F238E27FC236}">
                <a16:creationId xmlns:a16="http://schemas.microsoft.com/office/drawing/2014/main" id="{131B52C6-7C5C-557F-C202-8C59C6C6D539}"/>
              </a:ext>
            </a:extLst>
          </p:cNvPr>
          <p:cNvSpPr txBox="1"/>
          <p:nvPr>
            <p:custDataLst>
              <p:tags r:id="rId5"/>
            </p:custDataLst>
          </p:nvPr>
        </p:nvSpPr>
        <p:spPr>
          <a:xfrm>
            <a:off x="311695" y="2980112"/>
            <a:ext cx="5627914" cy="2914650"/>
          </a:xfrm>
          <a:prstGeom prst="rect">
            <a:avLst/>
          </a:prstGeom>
          <a:noFill/>
          <a:ln w="0">
            <a:noFill/>
          </a:ln>
        </p:spPr>
        <p:txBody>
          <a:bodyPr vert="horz" wrap="square" lIns="89535" tIns="46355" rIns="89535" bIns="46355" anchor="t">
            <a:noAutofit/>
          </a:bodyPr>
          <a:lstStyle/>
          <a:p>
            <a:pPr marL="0" marR="0" lvl="0" defTabSz="1219200" rtl="0" fontAlgn="auto">
              <a:lnSpc>
                <a:spcPct val="150000"/>
              </a:lnSpc>
              <a:spcBef>
                <a:spcPts val="0"/>
              </a:spcBef>
              <a:buClrTx/>
              <a:buSzTx/>
              <a:buFontTx/>
              <a:buNone/>
            </a:pPr>
            <a:r>
              <a:rPr lang="en-US" altLang="zh-CN" sz="2000" dirty="0">
                <a:solidFill>
                  <a:srgbClr val="595959"/>
                </a:solidFill>
                <a:latin typeface="微软雅黑" panose="020B0503020204020204" pitchFamily="34" charset="-122"/>
                <a:ea typeface="微软雅黑" panose="020B0503020204020204" pitchFamily="34" charset="-122"/>
                <a:sym typeface="+mn-ea"/>
              </a:rPr>
              <a:t>Developers were encouraged to use </a:t>
            </a:r>
            <a:r>
              <a:rPr lang="en-US" altLang="zh-CN" sz="2000" dirty="0">
                <a:solidFill>
                  <a:srgbClr val="FF0000"/>
                </a:solidFill>
                <a:latin typeface="微软雅黑" panose="020B0503020204020204" pitchFamily="34" charset="-122"/>
                <a:ea typeface="微软雅黑" panose="020B0503020204020204" pitchFamily="34" charset="-122"/>
                <a:sym typeface="+mn-ea"/>
              </a:rPr>
              <a:t>EJB as the primary development approach. </a:t>
            </a:r>
            <a:r>
              <a:rPr lang="en-US" altLang="zh-CN" sz="2000" dirty="0">
                <a:solidFill>
                  <a:srgbClr val="595959"/>
                </a:solidFill>
                <a:latin typeface="微软雅黑" panose="020B0503020204020204" pitchFamily="34" charset="-122"/>
                <a:ea typeface="微软雅黑" panose="020B0503020204020204" pitchFamily="34" charset="-122"/>
                <a:sym typeface="+mn-ea"/>
              </a:rPr>
              <a:t>However, this exposed many problems, such as high complexity, redundant code, strong code coupling, long development cycles, and poor portability.</a:t>
            </a:r>
          </a:p>
        </p:txBody>
      </p:sp>
      <p:sp>
        <p:nvSpPr>
          <p:cNvPr id="12" name="形状 16505">
            <a:extLst>
              <a:ext uri="{FF2B5EF4-FFF2-40B4-BE49-F238E27FC236}">
                <a16:creationId xmlns:a16="http://schemas.microsoft.com/office/drawing/2014/main" id="{8976D4CB-3750-D57B-C69F-AF2065F02CB3}"/>
              </a:ext>
            </a:extLst>
          </p:cNvPr>
          <p:cNvSpPr/>
          <p:nvPr>
            <p:custDataLst>
              <p:tags r:id="rId6"/>
            </p:custDataLst>
          </p:nvPr>
        </p:nvSpPr>
        <p:spPr>
          <a:xfrm>
            <a:off x="7638414" y="2366531"/>
            <a:ext cx="3137353"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13" name="文本框 12">
            <a:extLst>
              <a:ext uri="{FF2B5EF4-FFF2-40B4-BE49-F238E27FC236}">
                <a16:creationId xmlns:a16="http://schemas.microsoft.com/office/drawing/2014/main" id="{D4487BB7-5A6C-F1BF-0570-EC819302FEF7}"/>
              </a:ext>
            </a:extLst>
          </p:cNvPr>
          <p:cNvSpPr txBox="1"/>
          <p:nvPr>
            <p:custDataLst>
              <p:tags r:id="rId7"/>
            </p:custDataLst>
          </p:nvPr>
        </p:nvSpPr>
        <p:spPr>
          <a:xfrm>
            <a:off x="7692207" y="2387436"/>
            <a:ext cx="3083560" cy="645160"/>
          </a:xfrm>
          <a:prstGeom prst="rect">
            <a:avLst/>
          </a:prstGeom>
          <a:noFill/>
        </p:spPr>
        <p:txBody>
          <a:bodyPr vert="horz" wrap="square" lIns="91440" tIns="45720" rIns="91440" bIns="45720"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en-US" altLang="zh-CN" sz="1800" b="1" noProof="0" dirty="0">
                <a:ln>
                  <a:noFill/>
                </a:ln>
                <a:solidFill>
                  <a:schemeClr val="bg1"/>
                </a:solidFill>
                <a:effectLst/>
                <a:uLnTx/>
                <a:uFillTx/>
                <a:ea typeface="+mn-lt"/>
                <a:sym typeface="+mn-ea"/>
              </a:rPr>
              <a:t>Development Using the Spring Framework</a:t>
            </a:r>
          </a:p>
        </p:txBody>
      </p:sp>
      <p:sp>
        <p:nvSpPr>
          <p:cNvPr id="14" name="形状 16503">
            <a:extLst>
              <a:ext uri="{FF2B5EF4-FFF2-40B4-BE49-F238E27FC236}">
                <a16:creationId xmlns:a16="http://schemas.microsoft.com/office/drawing/2014/main" id="{6B7BE017-4E9C-9781-E211-F2A187D6282C}"/>
              </a:ext>
            </a:extLst>
          </p:cNvPr>
          <p:cNvSpPr/>
          <p:nvPr>
            <p:custDataLst>
              <p:tags r:id="rId8"/>
            </p:custDataLst>
          </p:nvPr>
        </p:nvSpPr>
        <p:spPr>
          <a:xfrm>
            <a:off x="2784475" y="1105535"/>
            <a:ext cx="6576695" cy="4807585"/>
          </a:xfrm>
          <a:prstGeom prst="circularArrow">
            <a:avLst>
              <a:gd name="adj1" fmla="val 2567"/>
              <a:gd name="adj2" fmla="val 311540"/>
              <a:gd name="adj3" fmla="val 19512949"/>
              <a:gd name="adj4" fmla="val 12575511"/>
              <a:gd name="adj5" fmla="val 2994"/>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15" name="文本框 14">
            <a:extLst>
              <a:ext uri="{FF2B5EF4-FFF2-40B4-BE49-F238E27FC236}">
                <a16:creationId xmlns:a16="http://schemas.microsoft.com/office/drawing/2014/main" id="{D5F6F95C-B732-9358-0E8E-3B9BE9D96930}"/>
              </a:ext>
            </a:extLst>
          </p:cNvPr>
          <p:cNvSpPr txBox="1"/>
          <p:nvPr>
            <p:custDataLst>
              <p:tags r:id="rId9"/>
            </p:custDataLst>
          </p:nvPr>
        </p:nvSpPr>
        <p:spPr>
          <a:xfrm>
            <a:off x="6376714" y="3007971"/>
            <a:ext cx="5882005" cy="3438872"/>
          </a:xfrm>
          <a:prstGeom prst="rect">
            <a:avLst/>
          </a:prstGeom>
          <a:noFill/>
          <a:ln w="0">
            <a:noFill/>
          </a:ln>
        </p:spPr>
        <p:txBody>
          <a:bodyPr vert="horz" wrap="square" lIns="89535" tIns="46355" rIns="89535" bIns="46355" anchor="t">
            <a:noAutofit/>
          </a:bodyPr>
          <a:lstStyle/>
          <a:p>
            <a:pPr defTabSz="1219200">
              <a:lnSpc>
                <a:spcPct val="150000"/>
              </a:lnSpc>
            </a:pPr>
            <a:r>
              <a:rPr lang="en-US" sz="1600" dirty="0">
                <a:solidFill>
                  <a:srgbClr val="595959"/>
                </a:solidFill>
                <a:latin typeface="微软雅黑" panose="020B0503020204020204" pitchFamily="34" charset="-122"/>
                <a:ea typeface="微软雅黑" panose="020B0503020204020204" pitchFamily="34" charset="-122"/>
              </a:rPr>
              <a:t>The Spring framework adopts the concepts </a:t>
            </a:r>
            <a:r>
              <a:rPr lang="en-US" sz="1600" dirty="0">
                <a:solidFill>
                  <a:srgbClr val="FF0000"/>
                </a:solidFill>
                <a:latin typeface="微软雅黑" panose="020B0503020204020204" pitchFamily="34" charset="-122"/>
                <a:ea typeface="微软雅黑" panose="020B0503020204020204" pitchFamily="34" charset="-122"/>
              </a:rPr>
              <a:t>of IoC (Inversion of Control) and AOP (Aspect-Oriented Programming).</a:t>
            </a:r>
            <a:br>
              <a:rPr lang="en-US" sz="1600" dirty="0">
                <a:solidFill>
                  <a:srgbClr val="595959"/>
                </a:solidFill>
                <a:latin typeface="微软雅黑" panose="020B0503020204020204" pitchFamily="34" charset="-122"/>
                <a:ea typeface="微软雅黑" panose="020B0503020204020204" pitchFamily="34" charset="-122"/>
              </a:rPr>
            </a:br>
            <a:r>
              <a:rPr lang="en-US" sz="1600" dirty="0">
                <a:solidFill>
                  <a:srgbClr val="595959"/>
                </a:solidFill>
                <a:latin typeface="微软雅黑" panose="020B0503020204020204" pitchFamily="34" charset="-122"/>
                <a:ea typeface="微软雅黑" panose="020B0503020204020204" pitchFamily="34" charset="-122"/>
              </a:rPr>
              <a:t>Through mechanisms such as </a:t>
            </a:r>
            <a:r>
              <a:rPr lang="en-US" sz="1600" dirty="0">
                <a:solidFill>
                  <a:srgbClr val="FF0000"/>
                </a:solidFill>
                <a:latin typeface="微软雅黑" panose="020B0503020204020204" pitchFamily="34" charset="-122"/>
                <a:ea typeface="微软雅黑" panose="020B0503020204020204" pitchFamily="34" charset="-122"/>
              </a:rPr>
              <a:t>dependency injection</a:t>
            </a:r>
            <a:r>
              <a:rPr lang="en-US" sz="1600" dirty="0">
                <a:solidFill>
                  <a:srgbClr val="595959"/>
                </a:solidFill>
                <a:latin typeface="微软雅黑" panose="020B0503020204020204" pitchFamily="34" charset="-122"/>
                <a:ea typeface="微软雅黑" panose="020B0503020204020204" pitchFamily="34" charset="-122"/>
              </a:rPr>
              <a:t> and </a:t>
            </a:r>
            <a:r>
              <a:rPr lang="en-US" sz="1600" dirty="0">
                <a:solidFill>
                  <a:srgbClr val="FF0000"/>
                </a:solidFill>
                <a:latin typeface="微软雅黑" panose="020B0503020204020204" pitchFamily="34" charset="-122"/>
                <a:ea typeface="微软雅黑" panose="020B0503020204020204" pitchFamily="34" charset="-122"/>
              </a:rPr>
              <a:t>aspect-oriented programming, it greatly simplifies the development process.</a:t>
            </a:r>
          </a:p>
          <a:p>
            <a:pPr defTabSz="1219200">
              <a:lnSpc>
                <a:spcPct val="150000"/>
              </a:lnSpc>
            </a:pPr>
            <a:r>
              <a:rPr lang="en-US" sz="1600" dirty="0">
                <a:solidFill>
                  <a:srgbClr val="595959"/>
                </a:solidFill>
                <a:latin typeface="微软雅黑" panose="020B0503020204020204" pitchFamily="34" charset="-122"/>
                <a:ea typeface="微软雅黑" panose="020B0503020204020204" pitchFamily="34" charset="-122"/>
              </a:rPr>
              <a:t>Spring features concise code and high flexibility, strong testability and good reusability, and is easier to integrate into different environments.</a:t>
            </a:r>
          </a:p>
        </p:txBody>
      </p:sp>
    </p:spTree>
    <p:extLst>
      <p:ext uri="{BB962C8B-B14F-4D97-AF65-F5344CB8AC3E}">
        <p14:creationId xmlns:p14="http://schemas.microsoft.com/office/powerpoint/2010/main" val="848507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2092-4CF2-8CB0-7316-8F0079680F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9BF9F0-31B5-25E4-A91D-E7DF9A63A23A}"/>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1.2.1 Overview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9B4A2FA7-CE52-0425-3520-EE7956797B4B}"/>
              </a:ext>
            </a:extLst>
          </p:cNvPr>
          <p:cNvSpPr>
            <a:spLocks noGrp="1"/>
          </p:cNvSpPr>
          <p:nvPr>
            <p:ph type="sldNum" sz="quarter" idx="12"/>
          </p:nvPr>
        </p:nvSpPr>
        <p:spPr/>
        <p:txBody>
          <a:bodyPr/>
          <a:lstStyle/>
          <a:p>
            <a:fld id="{5DD3DB80-B894-403A-B48E-6FDC1A72010E}" type="slidenum">
              <a:rPr lang="zh-CN" altLang="en-US" smtClean="0"/>
              <a:pPr/>
              <a:t>17</a:t>
            </a:fld>
            <a:endParaRPr lang="zh-CN" altLang="en-US"/>
          </a:p>
        </p:txBody>
      </p:sp>
      <p:cxnSp>
        <p:nvCxnSpPr>
          <p:cNvPr id="3" name="直接连接符 41">
            <a:extLst>
              <a:ext uri="{FF2B5EF4-FFF2-40B4-BE49-F238E27FC236}">
                <a16:creationId xmlns:a16="http://schemas.microsoft.com/office/drawing/2014/main" id="{88F48154-39A7-ECE6-9413-5C266C013876}"/>
              </a:ext>
            </a:extLst>
          </p:cNvPr>
          <p:cNvCxnSpPr/>
          <p:nvPr>
            <p:custDataLst>
              <p:tags r:id="rId1"/>
            </p:custDataLst>
          </p:nvPr>
        </p:nvCxnSpPr>
        <p:spPr>
          <a:xfrm flipH="1">
            <a:off x="3689671" y="1851760"/>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2">
            <a:extLst>
              <a:ext uri="{FF2B5EF4-FFF2-40B4-BE49-F238E27FC236}">
                <a16:creationId xmlns:a16="http://schemas.microsoft.com/office/drawing/2014/main" id="{C1C83C1E-C3E9-3112-EFDA-7FDA3B84ED0F}"/>
              </a:ext>
            </a:extLst>
          </p:cNvPr>
          <p:cNvCxnSpPr/>
          <p:nvPr>
            <p:custDataLst>
              <p:tags r:id="rId2"/>
            </p:custDataLst>
          </p:nvPr>
        </p:nvCxnSpPr>
        <p:spPr>
          <a:xfrm flipH="1">
            <a:off x="3689671" y="3592538"/>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43">
            <a:extLst>
              <a:ext uri="{FF2B5EF4-FFF2-40B4-BE49-F238E27FC236}">
                <a16:creationId xmlns:a16="http://schemas.microsoft.com/office/drawing/2014/main" id="{FDF77E8F-A3F3-BD8B-A06A-065DE0FA5113}"/>
              </a:ext>
            </a:extLst>
          </p:cNvPr>
          <p:cNvCxnSpPr/>
          <p:nvPr>
            <p:custDataLst>
              <p:tags r:id="rId3"/>
            </p:custDataLst>
          </p:nvPr>
        </p:nvCxnSpPr>
        <p:spPr>
          <a:xfrm flipH="1">
            <a:off x="3689671" y="5305614"/>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直接连接符 44">
            <a:extLst>
              <a:ext uri="{FF2B5EF4-FFF2-40B4-BE49-F238E27FC236}">
                <a16:creationId xmlns:a16="http://schemas.microsoft.com/office/drawing/2014/main" id="{23E19840-942B-B901-1CCE-B03469E91FBC}"/>
              </a:ext>
            </a:extLst>
          </p:cNvPr>
          <p:cNvCxnSpPr/>
          <p:nvPr>
            <p:custDataLst>
              <p:tags r:id="rId4"/>
            </p:custDataLst>
          </p:nvPr>
        </p:nvCxnSpPr>
        <p:spPr>
          <a:xfrm>
            <a:off x="3689671" y="1851759"/>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7" name="椭圆 16">
            <a:extLst>
              <a:ext uri="{FF2B5EF4-FFF2-40B4-BE49-F238E27FC236}">
                <a16:creationId xmlns:a16="http://schemas.microsoft.com/office/drawing/2014/main" id="{5E8AC43C-E5BC-B8E8-7C2E-BF0C4388E6D3}"/>
              </a:ext>
            </a:extLst>
          </p:cNvPr>
          <p:cNvSpPr/>
          <p:nvPr>
            <p:custDataLst>
              <p:tags r:id="rId5"/>
            </p:custDataLst>
          </p:nvPr>
        </p:nvSpPr>
        <p:spPr>
          <a:xfrm>
            <a:off x="4883204" y="132007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8" name="椭圆 17">
            <a:extLst>
              <a:ext uri="{FF2B5EF4-FFF2-40B4-BE49-F238E27FC236}">
                <a16:creationId xmlns:a16="http://schemas.microsoft.com/office/drawing/2014/main" id="{BEE7D48D-A40F-3083-B718-C1D9B71F1B8F}"/>
              </a:ext>
            </a:extLst>
          </p:cNvPr>
          <p:cNvSpPr/>
          <p:nvPr>
            <p:custDataLst>
              <p:tags r:id="rId6"/>
            </p:custDataLst>
          </p:nvPr>
        </p:nvSpPr>
        <p:spPr>
          <a:xfrm>
            <a:off x="4883204" y="303866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9" name="椭圆 18">
            <a:extLst>
              <a:ext uri="{FF2B5EF4-FFF2-40B4-BE49-F238E27FC236}">
                <a16:creationId xmlns:a16="http://schemas.microsoft.com/office/drawing/2014/main" id="{0699ED41-2419-4839-94A2-871E680E2A66}"/>
              </a:ext>
            </a:extLst>
          </p:cNvPr>
          <p:cNvSpPr/>
          <p:nvPr>
            <p:custDataLst>
              <p:tags r:id="rId7"/>
            </p:custDataLst>
          </p:nvPr>
        </p:nvSpPr>
        <p:spPr>
          <a:xfrm>
            <a:off x="4883204" y="473208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2613E5B4-E314-219E-A941-3962F63C160A}"/>
              </a:ext>
            </a:extLst>
          </p:cNvPr>
          <p:cNvSpPr/>
          <p:nvPr>
            <p:custDataLst>
              <p:tags r:id="rId8"/>
            </p:custDataLst>
          </p:nvPr>
        </p:nvSpPr>
        <p:spPr>
          <a:xfrm>
            <a:off x="4965817" y="3130639"/>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21" name="Freeform 176">
            <a:extLst>
              <a:ext uri="{FF2B5EF4-FFF2-40B4-BE49-F238E27FC236}">
                <a16:creationId xmlns:a16="http://schemas.microsoft.com/office/drawing/2014/main" id="{7DD570B0-8268-DD9E-C346-87F1D85D1FC2}"/>
              </a:ext>
            </a:extLst>
          </p:cNvPr>
          <p:cNvSpPr>
            <a:spLocks noEditPoints="1"/>
          </p:cNvSpPr>
          <p:nvPr>
            <p:custDataLst>
              <p:tags r:id="rId9"/>
            </p:custDataLst>
          </p:nvPr>
        </p:nvSpPr>
        <p:spPr bwMode="auto">
          <a:xfrm>
            <a:off x="5160853" y="3345512"/>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21873A9E-A080-93A5-B9E2-67D81BFBBC8F}"/>
              </a:ext>
            </a:extLst>
          </p:cNvPr>
          <p:cNvSpPr/>
          <p:nvPr>
            <p:custDataLst>
              <p:tags r:id="rId10"/>
            </p:custDataLst>
          </p:nvPr>
        </p:nvSpPr>
        <p:spPr>
          <a:xfrm>
            <a:off x="4975178" y="1412051"/>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9BE09806-DE04-2934-8FC3-C1C8760817BF}"/>
              </a:ext>
            </a:extLst>
          </p:cNvPr>
          <p:cNvSpPr/>
          <p:nvPr>
            <p:custDataLst>
              <p:tags r:id="rId11"/>
            </p:custDataLst>
          </p:nvPr>
        </p:nvSpPr>
        <p:spPr>
          <a:xfrm>
            <a:off x="4965816" y="4843715"/>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24" name="Freeform 175">
            <a:extLst>
              <a:ext uri="{FF2B5EF4-FFF2-40B4-BE49-F238E27FC236}">
                <a16:creationId xmlns:a16="http://schemas.microsoft.com/office/drawing/2014/main" id="{53763F73-10E9-FB84-445D-118D2302673A}"/>
              </a:ext>
            </a:extLst>
          </p:cNvPr>
          <p:cNvSpPr>
            <a:spLocks noEditPoints="1"/>
          </p:cNvSpPr>
          <p:nvPr>
            <p:custDataLst>
              <p:tags r:id="rId12"/>
            </p:custDataLst>
          </p:nvPr>
        </p:nvSpPr>
        <p:spPr bwMode="auto">
          <a:xfrm>
            <a:off x="5190486" y="4970570"/>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5" name="Freeform 168">
            <a:extLst>
              <a:ext uri="{FF2B5EF4-FFF2-40B4-BE49-F238E27FC236}">
                <a16:creationId xmlns:a16="http://schemas.microsoft.com/office/drawing/2014/main" id="{780E6CC8-D7A2-DD0B-043C-D50871CA9DA9}"/>
              </a:ext>
            </a:extLst>
          </p:cNvPr>
          <p:cNvSpPr>
            <a:spLocks noEditPoints="1"/>
          </p:cNvSpPr>
          <p:nvPr>
            <p:custDataLst>
              <p:tags r:id="rId13"/>
            </p:custDataLst>
          </p:nvPr>
        </p:nvSpPr>
        <p:spPr bwMode="auto">
          <a:xfrm>
            <a:off x="5160852" y="1543784"/>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6" name="TextBox 33">
            <a:extLst>
              <a:ext uri="{FF2B5EF4-FFF2-40B4-BE49-F238E27FC236}">
                <a16:creationId xmlns:a16="http://schemas.microsoft.com/office/drawing/2014/main" id="{C4BF2A3C-DDFC-78AC-051A-510F5A70CD79}"/>
              </a:ext>
            </a:extLst>
          </p:cNvPr>
          <p:cNvSpPr txBox="1"/>
          <p:nvPr>
            <p:custDataLst>
              <p:tags r:id="rId14"/>
            </p:custDataLst>
          </p:nvPr>
        </p:nvSpPr>
        <p:spPr>
          <a:xfrm>
            <a:off x="6290945" y="1834515"/>
            <a:ext cx="5770426" cy="1045223"/>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defTabSz="1219200">
              <a:lnSpc>
                <a:spcPct val="130000"/>
              </a:lnSpc>
              <a:spcBef>
                <a:spcPts val="0"/>
              </a:spcBef>
              <a:spcAft>
                <a:spcPts val="0"/>
              </a:spcAft>
              <a:buClrTx/>
              <a:buSzTx/>
              <a:buFontTx/>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Spring framework integrates with frameworks such as </a:t>
            </a:r>
            <a:r>
              <a:rPr lang="en-US" altLang="zh-CN"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Spring MVC and Struts2</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helping developers build flexible and scalable web applications.</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9">
            <a:extLst>
              <a:ext uri="{FF2B5EF4-FFF2-40B4-BE49-F238E27FC236}">
                <a16:creationId xmlns:a16="http://schemas.microsoft.com/office/drawing/2014/main" id="{421FCF8F-C5B5-4904-4101-DF0F8BA22A68}"/>
              </a:ext>
            </a:extLst>
          </p:cNvPr>
          <p:cNvSpPr txBox="1"/>
          <p:nvPr>
            <p:custDataLst>
              <p:tags r:id="rId15"/>
            </p:custDataLst>
          </p:nvPr>
        </p:nvSpPr>
        <p:spPr>
          <a:xfrm>
            <a:off x="6302445" y="1412051"/>
            <a:ext cx="304838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Presentation Layer</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33">
            <a:extLst>
              <a:ext uri="{FF2B5EF4-FFF2-40B4-BE49-F238E27FC236}">
                <a16:creationId xmlns:a16="http://schemas.microsoft.com/office/drawing/2014/main" id="{86ABA0C9-1E82-9858-EBF1-7EFD9F0EE4FF}"/>
              </a:ext>
            </a:extLst>
          </p:cNvPr>
          <p:cNvSpPr txBox="1"/>
          <p:nvPr>
            <p:custDataLst>
              <p:tags r:id="rId16"/>
            </p:custDataLst>
          </p:nvPr>
        </p:nvSpPr>
        <p:spPr>
          <a:xfrm>
            <a:off x="6302375" y="3576320"/>
            <a:ext cx="5454196" cy="1045223"/>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defTabSz="1219200">
              <a:lnSpc>
                <a:spcPct val="130000"/>
              </a:lnSpc>
              <a:spcBef>
                <a:spcPts val="0"/>
              </a:spcBef>
              <a:spcAft>
                <a:spcPts val="0"/>
              </a:spcAft>
              <a:buClrTx/>
              <a:buSzTx/>
              <a:buFontTx/>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Spring provides features such as </a:t>
            </a:r>
            <a:r>
              <a:rPr lang="en-US" altLang="zh-CN"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transaction management and logging, assisting developers </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 writing clear and maintainable business logic.</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9" name="文本框 9">
            <a:extLst>
              <a:ext uri="{FF2B5EF4-FFF2-40B4-BE49-F238E27FC236}">
                <a16:creationId xmlns:a16="http://schemas.microsoft.com/office/drawing/2014/main" id="{CC20F4B1-D604-80AB-2CA2-5BDEA27DA071}"/>
              </a:ext>
            </a:extLst>
          </p:cNvPr>
          <p:cNvSpPr txBox="1"/>
          <p:nvPr>
            <p:custDataLst>
              <p:tags r:id="rId17"/>
            </p:custDataLst>
          </p:nvPr>
        </p:nvSpPr>
        <p:spPr>
          <a:xfrm>
            <a:off x="6313804" y="3153410"/>
            <a:ext cx="321119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Business Logic Layer</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TextBox 33">
            <a:extLst>
              <a:ext uri="{FF2B5EF4-FFF2-40B4-BE49-F238E27FC236}">
                <a16:creationId xmlns:a16="http://schemas.microsoft.com/office/drawing/2014/main" id="{D51A4DE4-E987-2C62-11AF-A1C6737B80AE}"/>
              </a:ext>
            </a:extLst>
          </p:cNvPr>
          <p:cNvSpPr txBox="1"/>
          <p:nvPr>
            <p:custDataLst>
              <p:tags r:id="rId18"/>
            </p:custDataLst>
          </p:nvPr>
        </p:nvSpPr>
        <p:spPr>
          <a:xfrm>
            <a:off x="6313804" y="5274310"/>
            <a:ext cx="5638709" cy="1405321"/>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defTabSz="1219200">
              <a:lnSpc>
                <a:spcPct val="130000"/>
              </a:lnSpc>
              <a:spcBef>
                <a:spcPts val="0"/>
              </a:spcBef>
              <a:spcAft>
                <a:spcPts val="0"/>
              </a:spcAft>
              <a:buClrTx/>
              <a:buSzTx/>
              <a:buFontTx/>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Spring can integrate with technologies such as </a:t>
            </a:r>
            <a:r>
              <a:rPr lang="en-US" altLang="zh-CN" sz="18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MyBatis</a:t>
            </a:r>
            <a:r>
              <a:rPr lang="en-US" altLang="zh-CN"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Hibernate, and </a:t>
            </a:r>
            <a:r>
              <a:rPr lang="en-US" altLang="zh-CN" sz="18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JdbcTemplate</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helping developers interact efficiently with databases and achieve data persistence.</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文本框 9">
            <a:extLst>
              <a:ext uri="{FF2B5EF4-FFF2-40B4-BE49-F238E27FC236}">
                <a16:creationId xmlns:a16="http://schemas.microsoft.com/office/drawing/2014/main" id="{C50F8C60-8F75-224F-FB91-11887F33FEA8}"/>
              </a:ext>
            </a:extLst>
          </p:cNvPr>
          <p:cNvSpPr txBox="1"/>
          <p:nvPr>
            <p:custDataLst>
              <p:tags r:id="rId19"/>
            </p:custDataLst>
          </p:nvPr>
        </p:nvSpPr>
        <p:spPr>
          <a:xfrm>
            <a:off x="6325343" y="4851725"/>
            <a:ext cx="3330286"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Persistence Layer</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文本框 9">
            <a:extLst>
              <a:ext uri="{FF2B5EF4-FFF2-40B4-BE49-F238E27FC236}">
                <a16:creationId xmlns:a16="http://schemas.microsoft.com/office/drawing/2014/main" id="{18BE6B14-84DF-BA35-E38E-F91CDC74480E}"/>
              </a:ext>
            </a:extLst>
          </p:cNvPr>
          <p:cNvSpPr txBox="1"/>
          <p:nvPr>
            <p:custDataLst>
              <p:tags r:id="rId20"/>
            </p:custDataLst>
          </p:nvPr>
        </p:nvSpPr>
        <p:spPr>
          <a:xfrm>
            <a:off x="1076968" y="1627573"/>
            <a:ext cx="2356485" cy="40140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rPr>
              <a:t>Technical Support Provided by the Spring Framework for Each Layer of a Three-Tier Architecture</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6314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CBC66-DC6D-2406-FFF3-A70A02D450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8B9A3D-9301-F2B2-B4EE-830FE32EEC5B}"/>
              </a:ext>
            </a:extLst>
          </p:cNvPr>
          <p:cNvSpPr>
            <a:spLocks noGrp="1"/>
          </p:cNvSpPr>
          <p:nvPr>
            <p:ph type="title"/>
          </p:nvPr>
        </p:nvSpPr>
        <p:spPr/>
        <p:txBody>
          <a:bodyPr/>
          <a:lstStyle/>
          <a:p>
            <a:r>
              <a:rPr lang="en-US" dirty="0">
                <a:solidFill>
                  <a:srgbClr val="595959"/>
                </a:solidFill>
                <a:latin typeface="微软雅黑" panose="020B0503020204020204" pitchFamily="34" charset="-122"/>
                <a:ea typeface="微软雅黑" panose="020B0503020204020204" pitchFamily="34" charset="-122"/>
                <a:cs typeface="+mn-ea"/>
              </a:rPr>
              <a:t>1.2.1 Overview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33A60C7D-0A74-843E-520C-5060BD0327CB}"/>
              </a:ext>
            </a:extLst>
          </p:cNvPr>
          <p:cNvSpPr>
            <a:spLocks noGrp="1"/>
          </p:cNvSpPr>
          <p:nvPr>
            <p:ph type="sldNum" sz="quarter" idx="12"/>
          </p:nvPr>
        </p:nvSpPr>
        <p:spPr/>
        <p:txBody>
          <a:bodyPr/>
          <a:lstStyle/>
          <a:p>
            <a:fld id="{5DD3DB80-B894-403A-B48E-6FDC1A72010E}" type="slidenum">
              <a:rPr lang="zh-CN" altLang="en-US" smtClean="0"/>
              <a:pPr/>
              <a:t>18</a:t>
            </a:fld>
            <a:endParaRPr lang="zh-CN" altLang="en-US"/>
          </a:p>
        </p:txBody>
      </p:sp>
      <p:sp>
        <p:nvSpPr>
          <p:cNvPr id="7" name="文本框 6">
            <a:extLst>
              <a:ext uri="{FF2B5EF4-FFF2-40B4-BE49-F238E27FC236}">
                <a16:creationId xmlns:a16="http://schemas.microsoft.com/office/drawing/2014/main" id="{28B54FFD-72FF-EB11-B24C-E352D6A9365B}"/>
              </a:ext>
            </a:extLst>
          </p:cNvPr>
          <p:cNvSpPr txBox="1"/>
          <p:nvPr>
            <p:custDataLst>
              <p:tags r:id="rId1"/>
            </p:custDataLst>
          </p:nvPr>
        </p:nvSpPr>
        <p:spPr>
          <a:xfrm>
            <a:off x="984250" y="1630680"/>
            <a:ext cx="10325735" cy="3784600"/>
          </a:xfrm>
          <a:prstGeom prst="rect">
            <a:avLst/>
          </a:prstGeom>
          <a:noFill/>
          <a:ln w="9525">
            <a:noFill/>
          </a:ln>
        </p:spPr>
        <p:txBody>
          <a:bodyPr wrap="square">
            <a:spAutoFit/>
          </a:bodyPr>
          <a:lstStyle/>
          <a:p>
            <a:pPr algn="l">
              <a:lnSpc>
                <a:spcPct val="150000"/>
              </a:lnSpc>
              <a:buClrTx/>
              <a:buSzTx/>
              <a:buFontTx/>
            </a:pP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Advantages of the Spring Framework</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Non-intrusive design</a:t>
            </a:r>
            <a:endParaRPr lang="zh-CN" altLang="en-US" sz="2000" dirty="0">
              <a:solidFill>
                <a:srgbClr val="595959"/>
              </a:solidFill>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Reduced coupling, making development easier</a:t>
            </a:r>
            <a:endParaRPr lang="zh-CN" altLang="en-US" sz="2000" dirty="0">
              <a:solidFill>
                <a:srgbClr val="595959"/>
              </a:solidFill>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Support for AOP (Aspect-Oriented Programming)</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Support for declarative transactions</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5.</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Facilitates program testing</a:t>
            </a:r>
            <a:endParaRPr lang="zh-CN" altLang="en-US" sz="2000" dirty="0">
              <a:solidFill>
                <a:srgbClr val="595959"/>
              </a:solidFill>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6.</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Easy integration with various excellent frameworks</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7.</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Reduces the complexity of using Java EE APIs</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0841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8D9D-5E8D-F32D-13CE-E2CA0D7980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BB0DDC-3F98-5F70-BC12-56DF2D6D255C}"/>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00EBBA16-4DC8-37E3-BA62-E02A9E1AF7C2}"/>
              </a:ext>
            </a:extLst>
          </p:cNvPr>
          <p:cNvSpPr>
            <a:spLocks noGrp="1"/>
          </p:cNvSpPr>
          <p:nvPr>
            <p:ph type="sldNum" sz="quarter" idx="12"/>
          </p:nvPr>
        </p:nvSpPr>
        <p:spPr/>
        <p:txBody>
          <a:bodyPr/>
          <a:lstStyle/>
          <a:p>
            <a:fld id="{5DD3DB80-B894-403A-B48E-6FDC1A72010E}" type="slidenum">
              <a:rPr lang="zh-CN" altLang="en-US" smtClean="0"/>
              <a:pPr/>
              <a:t>19</a:t>
            </a:fld>
            <a:endParaRPr lang="zh-CN" altLang="en-US"/>
          </a:p>
        </p:txBody>
      </p:sp>
      <p:pic>
        <p:nvPicPr>
          <p:cNvPr id="33" name="图片 32">
            <a:extLst>
              <a:ext uri="{FF2B5EF4-FFF2-40B4-BE49-F238E27FC236}">
                <a16:creationId xmlns:a16="http://schemas.microsoft.com/office/drawing/2014/main" id="{3B0393D4-79F4-9E0E-E35D-C17208A075D2}"/>
              </a:ext>
            </a:extLst>
          </p:cNvPr>
          <p:cNvPicPr>
            <a:picLocks noChangeAspect="1"/>
          </p:cNvPicPr>
          <p:nvPr>
            <p:custDataLst>
              <p:tags r:id="rId1"/>
            </p:custDataLst>
          </p:nvPr>
        </p:nvPicPr>
        <p:blipFill>
          <a:blip r:embed="rId5"/>
          <a:stretch>
            <a:fillRect/>
          </a:stretch>
        </p:blipFill>
        <p:spPr>
          <a:xfrm>
            <a:off x="944855" y="2215827"/>
            <a:ext cx="2797737" cy="3896754"/>
          </a:xfrm>
          <a:prstGeom prst="rect">
            <a:avLst/>
          </a:prstGeom>
        </p:spPr>
      </p:pic>
      <p:sp>
        <p:nvSpPr>
          <p:cNvPr id="34" name="椭圆形标注 7">
            <a:extLst>
              <a:ext uri="{FF2B5EF4-FFF2-40B4-BE49-F238E27FC236}">
                <a16:creationId xmlns:a16="http://schemas.microsoft.com/office/drawing/2014/main" id="{414E94B6-8A3F-A0A5-BBCB-7B990127DA62}"/>
              </a:ext>
            </a:extLst>
          </p:cNvPr>
          <p:cNvSpPr/>
          <p:nvPr>
            <p:custDataLst>
              <p:tags r:id="rId2"/>
            </p:custDataLst>
          </p:nvPr>
        </p:nvSpPr>
        <p:spPr>
          <a:xfrm>
            <a:off x="2929359" y="1573823"/>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Let’s set a small goal first! </a:t>
            </a:r>
          </a:p>
        </p:txBody>
      </p:sp>
      <p:sp>
        <p:nvSpPr>
          <p:cNvPr id="35" name="TextBox 35">
            <a:extLst>
              <a:ext uri="{FF2B5EF4-FFF2-40B4-BE49-F238E27FC236}">
                <a16:creationId xmlns:a16="http://schemas.microsoft.com/office/drawing/2014/main" id="{A383DFD4-8294-A482-35B2-D301E9E76AD1}"/>
              </a:ext>
            </a:extLst>
          </p:cNvPr>
          <p:cNvSpPr txBox="1">
            <a:spLocks noChangeArrowheads="1"/>
          </p:cNvSpPr>
          <p:nvPr>
            <p:custDataLst>
              <p:tags r:id="rId3"/>
            </p:custDataLst>
          </p:nvPr>
        </p:nvSpPr>
        <p:spPr bwMode="auto">
          <a:xfrm>
            <a:off x="3742592" y="3222813"/>
            <a:ext cx="8057166" cy="1199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en-US" altLang="zh-CN"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the architecture and core concepts of the Spring framework, and be able to briefly describe the functions of each module within the Spring framework ecosystem.</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716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68025-F86A-C409-25C0-1AB96E1F03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46FDC6-A441-8E07-C81C-F1CA690858C4}"/>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4" name="灯片编号占位符 3">
            <a:extLst>
              <a:ext uri="{FF2B5EF4-FFF2-40B4-BE49-F238E27FC236}">
                <a16:creationId xmlns:a16="http://schemas.microsoft.com/office/drawing/2014/main" id="{1ADFB9D2-5E15-DDCA-60DA-8279CCC134BB}"/>
              </a:ext>
            </a:extLst>
          </p:cNvPr>
          <p:cNvSpPr>
            <a:spLocks noGrp="1"/>
          </p:cNvSpPr>
          <p:nvPr>
            <p:ph type="sldNum" sz="quarter" idx="12"/>
          </p:nvPr>
        </p:nvSpPr>
        <p:spPr/>
        <p:txBody>
          <a:bodyPr/>
          <a:lstStyle/>
          <a:p>
            <a:fld id="{5DD3DB80-B894-403A-B48E-6FDC1A72010E}" type="slidenum">
              <a:rPr lang="zh-CN" altLang="en-US" smtClean="0"/>
              <a:pPr/>
              <a:t>20</a:t>
            </a:fld>
            <a:endParaRPr lang="zh-CN" altLang="en-US"/>
          </a:p>
        </p:txBody>
      </p:sp>
      <p:sp>
        <p:nvSpPr>
          <p:cNvPr id="7" name="文本框 6">
            <a:extLst>
              <a:ext uri="{FF2B5EF4-FFF2-40B4-BE49-F238E27FC236}">
                <a16:creationId xmlns:a16="http://schemas.microsoft.com/office/drawing/2014/main" id="{36091316-CC67-7783-A20E-CF3812BEB27D}"/>
              </a:ext>
            </a:extLst>
          </p:cNvPr>
          <p:cNvSpPr txBox="1"/>
          <p:nvPr/>
        </p:nvSpPr>
        <p:spPr>
          <a:xfrm>
            <a:off x="3456794" y="6093841"/>
            <a:ext cx="5276822" cy="499624"/>
          </a:xfrm>
          <a:prstGeom prst="rect">
            <a:avLst/>
          </a:prstGeom>
          <a:noFill/>
          <a:ln w="9525">
            <a:noFill/>
          </a:ln>
        </p:spPr>
        <p:txBody>
          <a:bodyPr wrap="square">
            <a:spAutoFit/>
          </a:bodyPr>
          <a:lstStyle/>
          <a:p>
            <a:pPr algn="just">
              <a:lnSpc>
                <a:spcPct val="150000"/>
              </a:lnSpc>
              <a:spcBef>
                <a:spcPts val="0"/>
              </a:spcBef>
              <a:buClrTx/>
              <a:buSzTx/>
              <a:buFontTx/>
            </a:pPr>
            <a:r>
              <a:rPr lang="en-US" altLang="zh-CN" sz="2000" b="0" dirty="0">
                <a:solidFill>
                  <a:srgbClr val="595959"/>
                </a:solidFill>
                <a:latin typeface="微软雅黑" panose="020B0503020204020204" pitchFamily="34" charset="-122"/>
                <a:ea typeface="微软雅黑" panose="020B0503020204020204" pitchFamily="34" charset="-122"/>
              </a:rPr>
              <a:t>The Architecture of the Spring Framework</a:t>
            </a:r>
          </a:p>
        </p:txBody>
      </p:sp>
      <p:pic>
        <p:nvPicPr>
          <p:cNvPr id="8" name="图片 -2147482531">
            <a:extLst>
              <a:ext uri="{FF2B5EF4-FFF2-40B4-BE49-F238E27FC236}">
                <a16:creationId xmlns:a16="http://schemas.microsoft.com/office/drawing/2014/main" id="{0473F68D-13FF-7D92-A8ED-16A508C1FA1D}"/>
              </a:ext>
            </a:extLst>
          </p:cNvPr>
          <p:cNvPicPr>
            <a:picLocks noChangeAspect="1"/>
          </p:cNvPicPr>
          <p:nvPr/>
        </p:nvPicPr>
        <p:blipFill>
          <a:blip r:embed="rId3"/>
          <a:stretch>
            <a:fillRect/>
          </a:stretch>
        </p:blipFill>
        <p:spPr>
          <a:xfrm>
            <a:off x="2663672" y="1240274"/>
            <a:ext cx="6863065" cy="4935237"/>
          </a:xfrm>
          <a:prstGeom prst="rect">
            <a:avLst/>
          </a:prstGeom>
          <a:noFill/>
          <a:ln w="9525">
            <a:noFill/>
          </a:ln>
        </p:spPr>
      </p:pic>
    </p:spTree>
    <p:extLst>
      <p:ext uri="{BB962C8B-B14F-4D97-AF65-F5344CB8AC3E}">
        <p14:creationId xmlns:p14="http://schemas.microsoft.com/office/powerpoint/2010/main" val="2898053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5EF6D-AAF8-EFC1-6668-DEF5E6B942F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7C54384-CA6E-7BBF-B88A-69A1CE2CA0B5}"/>
              </a:ext>
            </a:extLst>
          </p:cNvPr>
          <p:cNvSpPr>
            <a:spLocks noGrp="1"/>
          </p:cNvSpPr>
          <p:nvPr>
            <p:ph type="sldNum" sz="quarter" idx="12"/>
          </p:nvPr>
        </p:nvSpPr>
        <p:spPr/>
        <p:txBody>
          <a:bodyPr/>
          <a:lstStyle/>
          <a:p>
            <a:fld id="{5DD3DB80-B894-403A-B48E-6FDC1A72010E}" type="slidenum">
              <a:rPr lang="zh-CN" altLang="en-US" smtClean="0"/>
              <a:pPr/>
              <a:t>21</a:t>
            </a:fld>
            <a:endParaRPr lang="zh-CN" altLang="en-US"/>
          </a:p>
        </p:txBody>
      </p:sp>
      <p:grpSp>
        <p:nvGrpSpPr>
          <p:cNvPr id="7" name="组合 6">
            <a:extLst>
              <a:ext uri="{FF2B5EF4-FFF2-40B4-BE49-F238E27FC236}">
                <a16:creationId xmlns:a16="http://schemas.microsoft.com/office/drawing/2014/main" id="{B5C38287-7B3A-4CF0-DC39-6D1E2CB9572D}"/>
              </a:ext>
            </a:extLst>
          </p:cNvPr>
          <p:cNvGrpSpPr/>
          <p:nvPr/>
        </p:nvGrpSpPr>
        <p:grpSpPr>
          <a:xfrm>
            <a:off x="1037587" y="1254760"/>
            <a:ext cx="10839675" cy="5394517"/>
            <a:chOff x="915304" y="2435096"/>
            <a:chExt cx="11127838" cy="4097494"/>
          </a:xfrm>
        </p:grpSpPr>
        <p:sp>
          <p:nvSpPr>
            <p:cNvPr id="8" name="MH_Other_1">
              <a:extLst>
                <a:ext uri="{FF2B5EF4-FFF2-40B4-BE49-F238E27FC236}">
                  <a16:creationId xmlns:a16="http://schemas.microsoft.com/office/drawing/2014/main" id="{658947E9-DF40-5DCD-1E24-6E2762C90F2B}"/>
                </a:ext>
              </a:extLst>
            </p:cNvPr>
            <p:cNvSpPr/>
            <p:nvPr>
              <p:custDataLst>
                <p:tags r:id="rId2"/>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9" name="MH_SubTitle_4">
              <a:extLst>
                <a:ext uri="{FF2B5EF4-FFF2-40B4-BE49-F238E27FC236}">
                  <a16:creationId xmlns:a16="http://schemas.microsoft.com/office/drawing/2014/main" id="{96639DBB-CEA8-993F-48C9-AB42F9F0ADED}"/>
                </a:ext>
              </a:extLst>
            </p:cNvPr>
            <p:cNvSpPr txBox="1">
              <a:spLocks noChangeArrowheads="1"/>
            </p:cNvSpPr>
            <p:nvPr>
              <p:custDataLst>
                <p:tags r:id="rId3"/>
              </p:custDataLst>
            </p:nvPr>
          </p:nvSpPr>
          <p:spPr bwMode="auto">
            <a:xfrm>
              <a:off x="8500631" y="243509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Context </a:t>
              </a:r>
              <a:r>
                <a:rPr lang="en-US" sz="2000" b="1" dirty="0">
                  <a:solidFill>
                    <a:prstClr val="black">
                      <a:lumMod val="85000"/>
                      <a:lumOff val="15000"/>
                    </a:prstClr>
                  </a:solidFill>
                  <a:latin typeface="微软雅黑" panose="020B0503020204020204" pitchFamily="34" charset="-122"/>
                  <a:ea typeface="微软雅黑" panose="020B0503020204020204" pitchFamily="34" charset="-122"/>
                  <a:sym typeface="+mn-ea"/>
                </a:rPr>
                <a:t>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0" name="MH_Text_4">
              <a:extLst>
                <a:ext uri="{FF2B5EF4-FFF2-40B4-BE49-F238E27FC236}">
                  <a16:creationId xmlns:a16="http://schemas.microsoft.com/office/drawing/2014/main" id="{C973CA67-8FFB-8302-829E-BB610DD5ED36}"/>
                </a:ext>
              </a:extLst>
            </p:cNvPr>
            <p:cNvSpPr txBox="1"/>
            <p:nvPr>
              <p:custDataLst>
                <p:tags r:id="rId4"/>
              </p:custDataLst>
            </p:nvPr>
          </p:nvSpPr>
          <p:spPr>
            <a:xfrm>
              <a:off x="8157414" y="3016780"/>
              <a:ext cx="3885728" cy="1005165"/>
            </a:xfrm>
            <a:prstGeom prst="rect">
              <a:avLst/>
            </a:prstGeom>
            <a:noFill/>
          </p:spPr>
          <p:txBody>
            <a:bodyPr lIns="0" tIns="0" rIns="0" bIns="0">
              <a:noAutofit/>
            </a:bodyPr>
            <a:lstStyle/>
            <a:p>
              <a:pPr defTabSz="1219200">
                <a:lnSpc>
                  <a:spcPct val="150000"/>
                </a:lnSpc>
                <a:spcBef>
                  <a:spcPts val="0"/>
                </a:spcBef>
                <a:spcAft>
                  <a:spcPts val="0"/>
                </a:spcAft>
                <a:buClrTx/>
                <a:buSzTx/>
                <a:buFontTx/>
                <a:defRPr/>
              </a:pP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Built on top of the Beans and Core modules, the Context module provides richer application context management features.</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endParaRPr>
            </a:p>
          </p:txBody>
        </p:sp>
        <p:sp>
          <p:nvSpPr>
            <p:cNvPr id="11" name="MH_Other_2">
              <a:extLst>
                <a:ext uri="{FF2B5EF4-FFF2-40B4-BE49-F238E27FC236}">
                  <a16:creationId xmlns:a16="http://schemas.microsoft.com/office/drawing/2014/main" id="{4555BA45-AAF1-5820-337F-21865048C923}"/>
                </a:ext>
              </a:extLst>
            </p:cNvPr>
            <p:cNvSpPr/>
            <p:nvPr>
              <p:custDataLst>
                <p:tags r:id="rId5"/>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SubTitle_1">
              <a:extLst>
                <a:ext uri="{FF2B5EF4-FFF2-40B4-BE49-F238E27FC236}">
                  <a16:creationId xmlns:a16="http://schemas.microsoft.com/office/drawing/2014/main" id="{71F43C97-A161-7800-3F9F-8223E850A579}"/>
                </a:ext>
              </a:extLst>
            </p:cNvPr>
            <p:cNvSpPr txBox="1">
              <a:spLocks noChangeArrowheads="1"/>
            </p:cNvSpPr>
            <p:nvPr>
              <p:custDataLst>
                <p:tags r:id="rId6"/>
              </p:custDataLst>
            </p:nvPr>
          </p:nvSpPr>
          <p:spPr bwMode="auto">
            <a:xfrm flipH="1">
              <a:off x="1054375" y="2435097"/>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Beans Module</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4" name="MH_Other_3">
              <a:extLst>
                <a:ext uri="{FF2B5EF4-FFF2-40B4-BE49-F238E27FC236}">
                  <a16:creationId xmlns:a16="http://schemas.microsoft.com/office/drawing/2014/main" id="{A8A37274-0944-63DC-3AB8-683F7ACF1B90}"/>
                </a:ext>
              </a:extLst>
            </p:cNvPr>
            <p:cNvSpPr/>
            <p:nvPr>
              <p:custDataLst>
                <p:tags r:id="rId7"/>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4">
              <a:extLst>
                <a:ext uri="{FF2B5EF4-FFF2-40B4-BE49-F238E27FC236}">
                  <a16:creationId xmlns:a16="http://schemas.microsoft.com/office/drawing/2014/main" id="{58D05256-37CC-D12B-9468-C7C60076BEFC}"/>
                </a:ext>
              </a:extLst>
            </p:cNvPr>
            <p:cNvSpPr/>
            <p:nvPr>
              <p:custDataLst>
                <p:tags r:id="rId8"/>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3" name="MH_Other_5">
              <a:extLst>
                <a:ext uri="{FF2B5EF4-FFF2-40B4-BE49-F238E27FC236}">
                  <a16:creationId xmlns:a16="http://schemas.microsoft.com/office/drawing/2014/main" id="{357F5383-151B-9A2B-50ED-521880C0105A}"/>
                </a:ext>
              </a:extLst>
            </p:cNvPr>
            <p:cNvSpPr/>
            <p:nvPr>
              <p:custDataLst>
                <p:tags r:id="rId9"/>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4" name="MH_Other_6">
              <a:extLst>
                <a:ext uri="{FF2B5EF4-FFF2-40B4-BE49-F238E27FC236}">
                  <a16:creationId xmlns:a16="http://schemas.microsoft.com/office/drawing/2014/main" id="{0F9FB2C1-ED6D-52A8-072E-032B24ACAAE4}"/>
                </a:ext>
              </a:extLst>
            </p:cNvPr>
            <p:cNvSpPr/>
            <p:nvPr>
              <p:custDataLst>
                <p:tags r:id="rId10"/>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5" name="MH_Other_7">
              <a:extLst>
                <a:ext uri="{FF2B5EF4-FFF2-40B4-BE49-F238E27FC236}">
                  <a16:creationId xmlns:a16="http://schemas.microsoft.com/office/drawing/2014/main" id="{3962C7F2-9E33-3D52-5B02-A618083D9B29}"/>
                </a:ext>
              </a:extLst>
            </p:cNvPr>
            <p:cNvSpPr/>
            <p:nvPr>
              <p:custDataLst>
                <p:tags r:id="rId11"/>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6" name="MH_Other_8">
              <a:extLst>
                <a:ext uri="{FF2B5EF4-FFF2-40B4-BE49-F238E27FC236}">
                  <a16:creationId xmlns:a16="http://schemas.microsoft.com/office/drawing/2014/main" id="{169DB8B5-3973-117A-2DC7-A230B3459CF5}"/>
                </a:ext>
              </a:extLst>
            </p:cNvPr>
            <p:cNvSpPr/>
            <p:nvPr>
              <p:custDataLst>
                <p:tags r:id="rId12"/>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7" name="MH_SubTitle_3">
              <a:extLst>
                <a:ext uri="{FF2B5EF4-FFF2-40B4-BE49-F238E27FC236}">
                  <a16:creationId xmlns:a16="http://schemas.microsoft.com/office/drawing/2014/main" id="{A4A5B499-274C-8EE9-F4C1-EFFCD0677892}"/>
                </a:ext>
              </a:extLst>
            </p:cNvPr>
            <p:cNvSpPr txBox="1">
              <a:spLocks noChangeArrowheads="1"/>
            </p:cNvSpPr>
            <p:nvPr>
              <p:custDataLst>
                <p:tags r:id="rId13"/>
              </p:custDataLst>
            </p:nvPr>
          </p:nvSpPr>
          <p:spPr bwMode="auto">
            <a:xfrm>
              <a:off x="8500631"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SpEL </a:t>
              </a:r>
              <a:r>
                <a:rPr lang="en-US" sz="2000" b="1" dirty="0">
                  <a:solidFill>
                    <a:prstClr val="black">
                      <a:lumMod val="85000"/>
                      <a:lumOff val="15000"/>
                    </a:prstClr>
                  </a:solidFill>
                  <a:latin typeface="微软雅黑" panose="020B0503020204020204" pitchFamily="34" charset="-122"/>
                  <a:ea typeface="微软雅黑" panose="020B0503020204020204" pitchFamily="34" charset="-122"/>
                  <a:sym typeface="+mn-ea"/>
                </a:rPr>
                <a:t>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8" name="MH_Text_3">
              <a:extLst>
                <a:ext uri="{FF2B5EF4-FFF2-40B4-BE49-F238E27FC236}">
                  <a16:creationId xmlns:a16="http://schemas.microsoft.com/office/drawing/2014/main" id="{DC88DC3B-14E1-FF70-C44B-13BF156F5F2B}"/>
                </a:ext>
              </a:extLst>
            </p:cNvPr>
            <p:cNvSpPr txBox="1"/>
            <p:nvPr>
              <p:custDataLst>
                <p:tags r:id="rId14"/>
              </p:custDataLst>
            </p:nvPr>
          </p:nvSpPr>
          <p:spPr>
            <a:xfrm>
              <a:off x="8500592" y="4791252"/>
              <a:ext cx="3420107" cy="1006612"/>
            </a:xfrm>
            <a:prstGeom prst="rect">
              <a:avLst/>
            </a:prstGeom>
            <a:noFill/>
          </p:spPr>
          <p:txBody>
            <a:bodyPr lIns="0" tIns="0" rIns="0" bIns="0">
              <a:noAutofit/>
            </a:bodyPr>
            <a:lstStyle/>
            <a:p>
              <a:pPr lvl="0" defTabSz="1219200">
                <a:lnSpc>
                  <a:spcPct val="150000"/>
                </a:lnSpc>
                <a:defRPr/>
              </a:pP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The </a:t>
              </a:r>
              <a:r>
                <a:rPr lang="en-US"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SpEL</a:t>
              </a: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 module, introduced in Spring 3.0, provides support for the Spring Expression Language (</a:t>
              </a:r>
              <a:r>
                <a:rPr lang="en-US"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SpEL</a:t>
              </a: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endParaRPr>
            </a:p>
          </p:txBody>
        </p:sp>
        <p:sp>
          <p:nvSpPr>
            <p:cNvPr id="39" name="MH_SubTitle_2">
              <a:extLst>
                <a:ext uri="{FF2B5EF4-FFF2-40B4-BE49-F238E27FC236}">
                  <a16:creationId xmlns:a16="http://schemas.microsoft.com/office/drawing/2014/main" id="{3EA1119E-8650-B7A9-1A0F-3CDF5B1C0079}"/>
                </a:ext>
              </a:extLst>
            </p:cNvPr>
            <p:cNvSpPr txBox="1">
              <a:spLocks noChangeArrowheads="1"/>
            </p:cNvSpPr>
            <p:nvPr>
              <p:custDataLst>
                <p:tags r:id="rId15"/>
              </p:custDataLst>
            </p:nvPr>
          </p:nvSpPr>
          <p:spPr bwMode="auto">
            <a:xfrm flipH="1">
              <a:off x="1054375"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Core 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40" name="MH_Text_2">
              <a:extLst>
                <a:ext uri="{FF2B5EF4-FFF2-40B4-BE49-F238E27FC236}">
                  <a16:creationId xmlns:a16="http://schemas.microsoft.com/office/drawing/2014/main" id="{0CA74B8F-33C9-A216-DC11-35A0C37466E1}"/>
                </a:ext>
              </a:extLst>
            </p:cNvPr>
            <p:cNvSpPr txBox="1"/>
            <p:nvPr>
              <p:custDataLst>
                <p:tags r:id="rId16"/>
              </p:custDataLst>
            </p:nvPr>
          </p:nvSpPr>
          <p:spPr>
            <a:xfrm flipH="1">
              <a:off x="915304" y="4845658"/>
              <a:ext cx="4976893" cy="1686932"/>
            </a:xfrm>
            <a:prstGeom prst="rect">
              <a:avLst/>
            </a:prstGeom>
            <a:noFill/>
          </p:spPr>
          <p:txBody>
            <a:bodyPr lIns="0" tIns="0" rIns="0" bIns="0">
              <a:noAutofit/>
            </a:bodyPr>
            <a:lstStyle/>
            <a:p>
              <a:pPr defTabSz="1219200">
                <a:lnSpc>
                  <a:spcPct val="150000"/>
                </a:lnSpc>
                <a:spcBef>
                  <a:spcPts val="0"/>
                </a:spcBef>
                <a:spcAft>
                  <a:spcPts val="0"/>
                </a:spcAft>
                <a:buClrTx/>
                <a:buSzTx/>
                <a:buFontTx/>
                <a:defRPr/>
              </a:pP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rPr>
                <a:t>The Core module provides the fundamental features of the Spring framework, including IoC (Inversion of Control) and DI (Dependency Injection).It is the core foundation of the entire Spring framework.</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endParaRPr>
            </a:p>
          </p:txBody>
        </p:sp>
        <p:sp>
          <p:nvSpPr>
            <p:cNvPr id="13" name="MH_Text_1">
              <a:extLst>
                <a:ext uri="{FF2B5EF4-FFF2-40B4-BE49-F238E27FC236}">
                  <a16:creationId xmlns:a16="http://schemas.microsoft.com/office/drawing/2014/main" id="{536997B7-6A06-12DA-654B-7AA35B3E6B18}"/>
                </a:ext>
              </a:extLst>
            </p:cNvPr>
            <p:cNvSpPr txBox="1"/>
            <p:nvPr>
              <p:custDataLst>
                <p:tags r:id="rId17"/>
              </p:custDataLst>
            </p:nvPr>
          </p:nvSpPr>
          <p:spPr>
            <a:xfrm flipH="1">
              <a:off x="915309" y="3125999"/>
              <a:ext cx="4277858" cy="1542332"/>
            </a:xfrm>
            <a:prstGeom prst="rect">
              <a:avLst/>
            </a:prstGeom>
            <a:noFill/>
          </p:spPr>
          <p:txBody>
            <a:bodyPr lIns="0" tIns="0" rIns="0" bIns="0"/>
            <a:lstStyle/>
            <a:p>
              <a:pPr lvl="0" defTabSz="1219200">
                <a:lnSpc>
                  <a:spcPct val="150000"/>
                </a:lnSpc>
                <a:defRPr/>
              </a:pP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The Beans module provides implementations of factory patterns such as </a:t>
              </a:r>
              <a:r>
                <a:rPr lang="en-US" dirty="0" err="1">
                  <a:solidFill>
                    <a:schemeClr val="tx1">
                      <a:lumMod val="75000"/>
                      <a:lumOff val="25000"/>
                    </a:schemeClr>
                  </a:solidFill>
                  <a:latin typeface="微软雅黑" panose="020B0503020204020204" pitchFamily="34" charset="-122"/>
                  <a:ea typeface="微软雅黑" panose="020B0503020204020204" pitchFamily="34" charset="-122"/>
                  <a:cs typeface="+mn-ea"/>
                </a:rPr>
                <a:t>BeanFactory</a:t>
              </a: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 Its primary function is to create and manage Beans.</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ea"/>
              </a:endParaRPr>
            </a:p>
          </p:txBody>
        </p:sp>
      </p:grpSp>
      <p:sp>
        <p:nvSpPr>
          <p:cNvPr id="41" name="Text Placeholder 5">
            <a:extLst>
              <a:ext uri="{FF2B5EF4-FFF2-40B4-BE49-F238E27FC236}">
                <a16:creationId xmlns:a16="http://schemas.microsoft.com/office/drawing/2014/main" id="{5B7ABE00-C8A4-E232-C0E9-0846A8E28610}"/>
              </a:ext>
            </a:extLst>
          </p:cNvPr>
          <p:cNvSpPr txBox="1"/>
          <p:nvPr>
            <p:custDataLst>
              <p:tags r:id="rId1"/>
            </p:custDataLst>
          </p:nvPr>
        </p:nvSpPr>
        <p:spPr>
          <a:xfrm>
            <a:off x="5056539" y="2788225"/>
            <a:ext cx="2199005" cy="63373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chemeClr val="tx1"/>
                </a:solidFill>
                <a:latin typeface="微软雅黑" panose="020B0503020204020204" pitchFamily="34" charset="-122"/>
                <a:ea typeface="微软雅黑" panose="020B0503020204020204" pitchFamily="34" charset="-122"/>
                <a:cs typeface="+mn-ea"/>
                <a:sym typeface="+mn-lt"/>
              </a:rPr>
              <a:t>Core Container</a:t>
            </a:r>
          </a:p>
        </p:txBody>
      </p:sp>
      <p:sp>
        <p:nvSpPr>
          <p:cNvPr id="62" name="标题 1">
            <a:extLst>
              <a:ext uri="{FF2B5EF4-FFF2-40B4-BE49-F238E27FC236}">
                <a16:creationId xmlns:a16="http://schemas.microsoft.com/office/drawing/2014/main" id="{F012617E-E830-61F8-6330-5B107ADEFA25}"/>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10685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18D3-AED9-CEB6-766E-12BA2C3CE5B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BAC2CF5-C2FC-6E7A-72FA-8A65F81CA95F}"/>
              </a:ext>
            </a:extLst>
          </p:cNvPr>
          <p:cNvSpPr>
            <a:spLocks noGrp="1"/>
          </p:cNvSpPr>
          <p:nvPr>
            <p:ph type="sldNum" sz="quarter" idx="12"/>
          </p:nvPr>
        </p:nvSpPr>
        <p:spPr/>
        <p:txBody>
          <a:bodyPr/>
          <a:lstStyle/>
          <a:p>
            <a:fld id="{5DD3DB80-B894-403A-B48E-6FDC1A72010E}" type="slidenum">
              <a:rPr lang="zh-CN" altLang="en-US" smtClean="0"/>
              <a:pPr/>
              <a:t>22</a:t>
            </a:fld>
            <a:endParaRPr lang="zh-CN" altLang="en-US"/>
          </a:p>
        </p:txBody>
      </p:sp>
      <p:sp>
        <p:nvSpPr>
          <p:cNvPr id="3" name="Freeform 7">
            <a:extLst>
              <a:ext uri="{FF2B5EF4-FFF2-40B4-BE49-F238E27FC236}">
                <a16:creationId xmlns:a16="http://schemas.microsoft.com/office/drawing/2014/main" id="{C0BC5D04-31D4-A310-B115-9EDA4C257C7C}"/>
              </a:ext>
            </a:extLst>
          </p:cNvPr>
          <p:cNvSpPr>
            <a:spLocks noChangeArrowheads="1"/>
          </p:cNvSpPr>
          <p:nvPr>
            <p:custDataLst>
              <p:tags r:id="rId1"/>
            </p:custDataLst>
          </p:nvPr>
        </p:nvSpPr>
        <p:spPr bwMode="auto">
          <a:xfrm>
            <a:off x="5287434" y="1881917"/>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5" name="Freeform 8">
            <a:extLst>
              <a:ext uri="{FF2B5EF4-FFF2-40B4-BE49-F238E27FC236}">
                <a16:creationId xmlns:a16="http://schemas.microsoft.com/office/drawing/2014/main" id="{AA96594D-103D-BF22-200D-F806CD64DEC8}"/>
              </a:ext>
            </a:extLst>
          </p:cNvPr>
          <p:cNvSpPr>
            <a:spLocks noChangeArrowheads="1"/>
          </p:cNvSpPr>
          <p:nvPr>
            <p:custDataLst>
              <p:tags r:id="rId2"/>
            </p:custDataLst>
          </p:nvPr>
        </p:nvSpPr>
        <p:spPr bwMode="auto">
          <a:xfrm>
            <a:off x="3915833" y="3103232"/>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6" name="Freeform 9">
            <a:extLst>
              <a:ext uri="{FF2B5EF4-FFF2-40B4-BE49-F238E27FC236}">
                <a16:creationId xmlns:a16="http://schemas.microsoft.com/office/drawing/2014/main" id="{602534E1-0180-6990-1150-BE3CFB2DC9FA}"/>
              </a:ext>
            </a:extLst>
          </p:cNvPr>
          <p:cNvSpPr>
            <a:spLocks noChangeArrowheads="1"/>
          </p:cNvSpPr>
          <p:nvPr>
            <p:custDataLst>
              <p:tags r:id="rId3"/>
            </p:custDataLst>
          </p:nvPr>
        </p:nvSpPr>
        <p:spPr bwMode="auto">
          <a:xfrm>
            <a:off x="4703234" y="4424033"/>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6" name="Freeform 10">
            <a:extLst>
              <a:ext uri="{FF2B5EF4-FFF2-40B4-BE49-F238E27FC236}">
                <a16:creationId xmlns:a16="http://schemas.microsoft.com/office/drawing/2014/main" id="{EC3AEEC6-3CB6-1388-B966-D4DBDA6F07F9}"/>
              </a:ext>
            </a:extLst>
          </p:cNvPr>
          <p:cNvSpPr>
            <a:spLocks noChangeArrowheads="1"/>
          </p:cNvSpPr>
          <p:nvPr>
            <p:custDataLst>
              <p:tags r:id="rId4"/>
            </p:custDataLst>
          </p:nvPr>
        </p:nvSpPr>
        <p:spPr bwMode="auto">
          <a:xfrm>
            <a:off x="5977467" y="4424033"/>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7" name="Freeform 11">
            <a:extLst>
              <a:ext uri="{FF2B5EF4-FFF2-40B4-BE49-F238E27FC236}">
                <a16:creationId xmlns:a16="http://schemas.microsoft.com/office/drawing/2014/main" id="{BD32F26F-99A8-81C2-5E13-D2C702E79C0B}"/>
              </a:ext>
            </a:extLst>
          </p:cNvPr>
          <p:cNvSpPr>
            <a:spLocks noChangeArrowheads="1"/>
          </p:cNvSpPr>
          <p:nvPr>
            <p:custDataLst>
              <p:tags r:id="rId5"/>
            </p:custDataLst>
          </p:nvPr>
        </p:nvSpPr>
        <p:spPr bwMode="auto">
          <a:xfrm>
            <a:off x="6671733" y="3103232"/>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8" name="矩形 7">
            <a:extLst>
              <a:ext uri="{FF2B5EF4-FFF2-40B4-BE49-F238E27FC236}">
                <a16:creationId xmlns:a16="http://schemas.microsoft.com/office/drawing/2014/main" id="{AD76C8B4-A310-6463-5388-A83A2D68D228}"/>
              </a:ext>
            </a:extLst>
          </p:cNvPr>
          <p:cNvSpPr>
            <a:spLocks noChangeArrowheads="1"/>
          </p:cNvSpPr>
          <p:nvPr>
            <p:custDataLst>
              <p:tags r:id="rId6"/>
            </p:custDataLst>
          </p:nvPr>
        </p:nvSpPr>
        <p:spPr bwMode="auto">
          <a:xfrm>
            <a:off x="5615947" y="2440717"/>
            <a:ext cx="72389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 name="矩形 8">
            <a:extLst>
              <a:ext uri="{FF2B5EF4-FFF2-40B4-BE49-F238E27FC236}">
                <a16:creationId xmlns:a16="http://schemas.microsoft.com/office/drawing/2014/main" id="{5335A90D-CAF0-F570-731A-92E434142DDD}"/>
              </a:ext>
            </a:extLst>
          </p:cNvPr>
          <p:cNvSpPr>
            <a:spLocks noChangeArrowheads="1"/>
          </p:cNvSpPr>
          <p:nvPr>
            <p:custDataLst>
              <p:tags r:id="rId7"/>
            </p:custDataLst>
          </p:nvPr>
        </p:nvSpPr>
        <p:spPr bwMode="auto">
          <a:xfrm>
            <a:off x="6817783" y="3311225"/>
            <a:ext cx="8763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0" name="矩形 9">
            <a:extLst>
              <a:ext uri="{FF2B5EF4-FFF2-40B4-BE49-F238E27FC236}">
                <a16:creationId xmlns:a16="http://schemas.microsoft.com/office/drawing/2014/main" id="{B8B2A9F3-0844-0C2C-98C4-F242E1997D0C}"/>
              </a:ext>
            </a:extLst>
          </p:cNvPr>
          <p:cNvSpPr>
            <a:spLocks noChangeArrowheads="1"/>
          </p:cNvSpPr>
          <p:nvPr>
            <p:custDataLst>
              <p:tags r:id="rId8"/>
            </p:custDataLst>
          </p:nvPr>
        </p:nvSpPr>
        <p:spPr bwMode="auto">
          <a:xfrm>
            <a:off x="6462183" y="4867929"/>
            <a:ext cx="7112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1" name="矩形 10">
            <a:extLst>
              <a:ext uri="{FF2B5EF4-FFF2-40B4-BE49-F238E27FC236}">
                <a16:creationId xmlns:a16="http://schemas.microsoft.com/office/drawing/2014/main" id="{2AB1639A-D249-12FC-E823-9916F9C4860F}"/>
              </a:ext>
            </a:extLst>
          </p:cNvPr>
          <p:cNvSpPr>
            <a:spLocks noChangeArrowheads="1"/>
          </p:cNvSpPr>
          <p:nvPr>
            <p:custDataLst>
              <p:tags r:id="rId9"/>
            </p:custDataLst>
          </p:nvPr>
        </p:nvSpPr>
        <p:spPr bwMode="auto">
          <a:xfrm>
            <a:off x="4861984" y="4891816"/>
            <a:ext cx="657952"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2" name="矩形 11">
            <a:extLst>
              <a:ext uri="{FF2B5EF4-FFF2-40B4-BE49-F238E27FC236}">
                <a16:creationId xmlns:a16="http://schemas.microsoft.com/office/drawing/2014/main" id="{AE53764D-B1C3-4647-E297-7EED146475CC}"/>
              </a:ext>
            </a:extLst>
          </p:cNvPr>
          <p:cNvSpPr>
            <a:spLocks noChangeArrowheads="1"/>
          </p:cNvSpPr>
          <p:nvPr>
            <p:custDataLst>
              <p:tags r:id="rId10"/>
            </p:custDataLst>
          </p:nvPr>
        </p:nvSpPr>
        <p:spPr bwMode="auto">
          <a:xfrm>
            <a:off x="4464051" y="3365699"/>
            <a:ext cx="62256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3" name="TextBox 12">
            <a:extLst>
              <a:ext uri="{FF2B5EF4-FFF2-40B4-BE49-F238E27FC236}">
                <a16:creationId xmlns:a16="http://schemas.microsoft.com/office/drawing/2014/main" id="{16427D98-3051-18ED-668F-D956D8A02A4F}"/>
              </a:ext>
            </a:extLst>
          </p:cNvPr>
          <p:cNvSpPr>
            <a:spLocks noChangeArrowheads="1"/>
          </p:cNvSpPr>
          <p:nvPr>
            <p:custDataLst>
              <p:tags r:id="rId11"/>
            </p:custDataLst>
          </p:nvPr>
        </p:nvSpPr>
        <p:spPr bwMode="auto">
          <a:xfrm>
            <a:off x="6291369" y="1431238"/>
            <a:ext cx="438488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JDBC module simplifies the process of JDBC programming and can also handle certain database vendor–specific error codes.</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4" name="TextBox 13">
            <a:extLst>
              <a:ext uri="{FF2B5EF4-FFF2-40B4-BE49-F238E27FC236}">
                <a16:creationId xmlns:a16="http://schemas.microsoft.com/office/drawing/2014/main" id="{E351ADAD-827A-D280-F4B3-678886A99F67}"/>
              </a:ext>
            </a:extLst>
          </p:cNvPr>
          <p:cNvSpPr>
            <a:spLocks noChangeArrowheads="1"/>
          </p:cNvSpPr>
          <p:nvPr>
            <p:custDataLst>
              <p:tags r:id="rId12"/>
            </p:custDataLst>
          </p:nvPr>
        </p:nvSpPr>
        <p:spPr bwMode="auto">
          <a:xfrm>
            <a:off x="8185152" y="3312783"/>
            <a:ext cx="357283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ORM module provides integration support for mainstream Object-Relational Mapping (ORM) frameworks.</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5" name="TextBox 14">
            <a:extLst>
              <a:ext uri="{FF2B5EF4-FFF2-40B4-BE49-F238E27FC236}">
                <a16:creationId xmlns:a16="http://schemas.microsoft.com/office/drawing/2014/main" id="{F62A94E1-27C1-445D-8F1B-1601B8DBFC11}"/>
              </a:ext>
            </a:extLst>
          </p:cNvPr>
          <p:cNvSpPr>
            <a:spLocks noChangeArrowheads="1"/>
          </p:cNvSpPr>
          <p:nvPr>
            <p:custDataLst>
              <p:tags r:id="rId13"/>
            </p:custDataLst>
          </p:nvPr>
        </p:nvSpPr>
        <p:spPr bwMode="auto">
          <a:xfrm>
            <a:off x="7497233" y="5241066"/>
            <a:ext cx="426075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OXM module provides abstraction support for XML mapping and can integrate with various XML binding frameworks (such as JAXB, Castor, XML Beans, etc.).</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6" name="TextBox 15">
            <a:extLst>
              <a:ext uri="{FF2B5EF4-FFF2-40B4-BE49-F238E27FC236}">
                <a16:creationId xmlns:a16="http://schemas.microsoft.com/office/drawing/2014/main" id="{C2105589-1022-5D82-31AB-F1DCD7F06865}"/>
              </a:ext>
            </a:extLst>
          </p:cNvPr>
          <p:cNvSpPr>
            <a:spLocks noChangeArrowheads="1"/>
          </p:cNvSpPr>
          <p:nvPr>
            <p:custDataLst>
              <p:tags r:id="rId14"/>
            </p:custDataLst>
          </p:nvPr>
        </p:nvSpPr>
        <p:spPr bwMode="auto">
          <a:xfrm>
            <a:off x="1515534" y="5054164"/>
            <a:ext cx="281093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JMS module is mainly used for message processing, including message production and consumption.</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TextBox 16">
            <a:extLst>
              <a:ext uri="{FF2B5EF4-FFF2-40B4-BE49-F238E27FC236}">
                <a16:creationId xmlns:a16="http://schemas.microsoft.com/office/drawing/2014/main" id="{CDF12561-008B-0E71-F620-B1A85C5675BC}"/>
              </a:ext>
            </a:extLst>
          </p:cNvPr>
          <p:cNvSpPr>
            <a:spLocks noChangeArrowheads="1"/>
          </p:cNvSpPr>
          <p:nvPr>
            <p:custDataLst>
              <p:tags r:id="rId15"/>
            </p:custDataLst>
          </p:nvPr>
        </p:nvSpPr>
        <p:spPr bwMode="auto">
          <a:xfrm>
            <a:off x="434010" y="2508450"/>
            <a:ext cx="3943892"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Transactions module is responsible for transaction management. Declarative transaction management can be implemented through annotations or configuration files.</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8" name="TextBox 17">
            <a:extLst>
              <a:ext uri="{FF2B5EF4-FFF2-40B4-BE49-F238E27FC236}">
                <a16:creationId xmlns:a16="http://schemas.microsoft.com/office/drawing/2014/main" id="{E1E8B0AC-0889-05D8-46F2-ABBA109FFA1F}"/>
              </a:ext>
            </a:extLst>
          </p:cNvPr>
          <p:cNvSpPr>
            <a:spLocks noChangeArrowheads="1"/>
          </p:cNvSpPr>
          <p:nvPr>
            <p:custDataLst>
              <p:tags r:id="rId16"/>
            </p:custDataLst>
          </p:nvPr>
        </p:nvSpPr>
        <p:spPr bwMode="auto">
          <a:xfrm>
            <a:off x="6291369" y="1053403"/>
            <a:ext cx="21966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9" name="TextBox 18">
            <a:extLst>
              <a:ext uri="{FF2B5EF4-FFF2-40B4-BE49-F238E27FC236}">
                <a16:creationId xmlns:a16="http://schemas.microsoft.com/office/drawing/2014/main" id="{627736A7-685D-E1EA-871D-8EC15A2939A5}"/>
              </a:ext>
            </a:extLst>
          </p:cNvPr>
          <p:cNvSpPr>
            <a:spLocks noChangeArrowheads="1"/>
          </p:cNvSpPr>
          <p:nvPr>
            <p:custDataLst>
              <p:tags r:id="rId17"/>
            </p:custDataLst>
          </p:nvPr>
        </p:nvSpPr>
        <p:spPr bwMode="auto">
          <a:xfrm>
            <a:off x="8185152" y="2926237"/>
            <a:ext cx="249110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ORM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0" name="TextBox 19">
            <a:extLst>
              <a:ext uri="{FF2B5EF4-FFF2-40B4-BE49-F238E27FC236}">
                <a16:creationId xmlns:a16="http://schemas.microsoft.com/office/drawing/2014/main" id="{379FF410-89CF-426E-A424-7FC7DBFAEF6A}"/>
              </a:ext>
            </a:extLst>
          </p:cNvPr>
          <p:cNvSpPr>
            <a:spLocks noChangeArrowheads="1"/>
          </p:cNvSpPr>
          <p:nvPr>
            <p:custDataLst>
              <p:tags r:id="rId18"/>
            </p:custDataLst>
          </p:nvPr>
        </p:nvSpPr>
        <p:spPr bwMode="auto">
          <a:xfrm>
            <a:off x="7497233" y="4858042"/>
            <a:ext cx="25711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OXM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1" name="TextBox 20">
            <a:extLst>
              <a:ext uri="{FF2B5EF4-FFF2-40B4-BE49-F238E27FC236}">
                <a16:creationId xmlns:a16="http://schemas.microsoft.com/office/drawing/2014/main" id="{B92F6996-7C41-3B6E-BEF0-26353A5F5BD8}"/>
              </a:ext>
            </a:extLst>
          </p:cNvPr>
          <p:cNvSpPr>
            <a:spLocks noChangeArrowheads="1"/>
          </p:cNvSpPr>
          <p:nvPr>
            <p:custDataLst>
              <p:tags r:id="rId19"/>
            </p:custDataLst>
          </p:nvPr>
        </p:nvSpPr>
        <p:spPr bwMode="auto">
          <a:xfrm>
            <a:off x="1515533" y="4679997"/>
            <a:ext cx="1604136"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JMS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2" name="TextBox 22">
            <a:extLst>
              <a:ext uri="{FF2B5EF4-FFF2-40B4-BE49-F238E27FC236}">
                <a16:creationId xmlns:a16="http://schemas.microsoft.com/office/drawing/2014/main" id="{7187B771-6CC2-D182-CEDE-EC92070BEAD6}"/>
              </a:ext>
            </a:extLst>
          </p:cNvPr>
          <p:cNvSpPr>
            <a:spLocks noChangeArrowheads="1"/>
          </p:cNvSpPr>
          <p:nvPr>
            <p:custDataLst>
              <p:tags r:id="rId20"/>
            </p:custDataLst>
          </p:nvPr>
        </p:nvSpPr>
        <p:spPr bwMode="auto">
          <a:xfrm>
            <a:off x="5067935" y="3507105"/>
            <a:ext cx="18954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rPr>
              <a:t>Data Access/Integration</a:t>
            </a:r>
          </a:p>
        </p:txBody>
      </p:sp>
      <p:sp>
        <p:nvSpPr>
          <p:cNvPr id="42" name="TextBox 17">
            <a:extLst>
              <a:ext uri="{FF2B5EF4-FFF2-40B4-BE49-F238E27FC236}">
                <a16:creationId xmlns:a16="http://schemas.microsoft.com/office/drawing/2014/main" id="{AF171ADC-9FD2-A5C5-DCF9-4D2DA1CD40BF}"/>
              </a:ext>
            </a:extLst>
          </p:cNvPr>
          <p:cNvSpPr>
            <a:spLocks noChangeArrowheads="1"/>
          </p:cNvSpPr>
          <p:nvPr>
            <p:custDataLst>
              <p:tags r:id="rId21"/>
            </p:custDataLst>
          </p:nvPr>
        </p:nvSpPr>
        <p:spPr bwMode="auto">
          <a:xfrm>
            <a:off x="1515745" y="2133600"/>
            <a:ext cx="268732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Transactions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5" name="标题 1">
            <a:extLst>
              <a:ext uri="{FF2B5EF4-FFF2-40B4-BE49-F238E27FC236}">
                <a16:creationId xmlns:a16="http://schemas.microsoft.com/office/drawing/2014/main" id="{5A39C7CF-C757-9180-AEEC-98A288F154CB}"/>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813499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50F91-2F0B-0982-2349-43596BF9854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AC974EA-05AE-BBD1-9345-0BA68CE947AD}"/>
              </a:ext>
            </a:extLst>
          </p:cNvPr>
          <p:cNvSpPr>
            <a:spLocks noGrp="1"/>
          </p:cNvSpPr>
          <p:nvPr>
            <p:ph type="sldNum" sz="quarter" idx="12"/>
          </p:nvPr>
        </p:nvSpPr>
        <p:spPr/>
        <p:txBody>
          <a:bodyPr/>
          <a:lstStyle/>
          <a:p>
            <a:fld id="{5DD3DB80-B894-403A-B48E-6FDC1A72010E}" type="slidenum">
              <a:rPr lang="zh-CN" altLang="en-US" smtClean="0"/>
              <a:pPr/>
              <a:t>23</a:t>
            </a:fld>
            <a:endParaRPr lang="zh-CN" altLang="en-US"/>
          </a:p>
        </p:txBody>
      </p:sp>
      <p:grpSp>
        <p:nvGrpSpPr>
          <p:cNvPr id="7" name="组合 6">
            <a:extLst>
              <a:ext uri="{FF2B5EF4-FFF2-40B4-BE49-F238E27FC236}">
                <a16:creationId xmlns:a16="http://schemas.microsoft.com/office/drawing/2014/main" id="{E04CFA83-6B5D-904F-F288-25239D22409B}"/>
              </a:ext>
            </a:extLst>
          </p:cNvPr>
          <p:cNvGrpSpPr/>
          <p:nvPr/>
        </p:nvGrpSpPr>
        <p:grpSpPr>
          <a:xfrm>
            <a:off x="69574" y="1493951"/>
            <a:ext cx="11657247" cy="4834401"/>
            <a:chOff x="111906" y="2435096"/>
            <a:chExt cx="11967145" cy="3672048"/>
          </a:xfrm>
        </p:grpSpPr>
        <p:sp>
          <p:nvSpPr>
            <p:cNvPr id="8" name="MH_Other_1">
              <a:extLst>
                <a:ext uri="{FF2B5EF4-FFF2-40B4-BE49-F238E27FC236}">
                  <a16:creationId xmlns:a16="http://schemas.microsoft.com/office/drawing/2014/main" id="{00CBA345-4C3C-1456-D3C6-5EF97743D370}"/>
                </a:ext>
              </a:extLst>
            </p:cNvPr>
            <p:cNvSpPr/>
            <p:nvPr>
              <p:custDataLst>
                <p:tags r:id="rId2"/>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9" name="MH_SubTitle_4">
              <a:extLst>
                <a:ext uri="{FF2B5EF4-FFF2-40B4-BE49-F238E27FC236}">
                  <a16:creationId xmlns:a16="http://schemas.microsoft.com/office/drawing/2014/main" id="{74E71383-EFBE-F07C-7079-8D13284F7CE6}"/>
                </a:ext>
              </a:extLst>
            </p:cNvPr>
            <p:cNvSpPr txBox="1">
              <a:spLocks noChangeArrowheads="1"/>
            </p:cNvSpPr>
            <p:nvPr>
              <p:custDataLst>
                <p:tags r:id="rId3"/>
              </p:custDataLst>
            </p:nvPr>
          </p:nvSpPr>
          <p:spPr bwMode="auto">
            <a:xfrm>
              <a:off x="8500631" y="243509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WebSocket </a:t>
              </a: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0" name="MH_Text_4">
              <a:extLst>
                <a:ext uri="{FF2B5EF4-FFF2-40B4-BE49-F238E27FC236}">
                  <a16:creationId xmlns:a16="http://schemas.microsoft.com/office/drawing/2014/main" id="{D1BA4601-2119-503C-812E-6C9F4D43BA53}"/>
                </a:ext>
              </a:extLst>
            </p:cNvPr>
            <p:cNvSpPr txBox="1"/>
            <p:nvPr>
              <p:custDataLst>
                <p:tags r:id="rId4"/>
              </p:custDataLst>
            </p:nvPr>
          </p:nvSpPr>
          <p:spPr>
            <a:xfrm>
              <a:off x="7825219" y="3142385"/>
              <a:ext cx="4253832" cy="1308408"/>
            </a:xfrm>
            <a:prstGeom prst="rect">
              <a:avLst/>
            </a:prstGeom>
            <a:noFill/>
          </p:spPr>
          <p:txBody>
            <a:bodyPr lIns="0" tIns="0" rIns="0" bIns="0">
              <a:noAutofit/>
            </a:bodyPr>
            <a:lstStyle/>
            <a:p>
              <a:pPr lvl="0" algn="l">
                <a:lnSpc>
                  <a:spcPct val="150000"/>
                </a:lnSpc>
                <a:spcBef>
                  <a:spcPts val="0"/>
                </a:spcBef>
                <a:spcAft>
                  <a:spcPts val="0"/>
                </a:spcAft>
                <a:buClrTx/>
                <a:buSzTx/>
                <a:buFontTx/>
                <a:defRPr/>
              </a:pPr>
              <a:r>
                <a:rPr lang="en-US" dirty="0">
                  <a:solidFill>
                    <a:srgbClr val="595959"/>
                  </a:solidFill>
                  <a:latin typeface="微软雅黑" panose="020B0503020204020204" pitchFamily="34" charset="-122"/>
                  <a:ea typeface="微软雅黑" panose="020B0503020204020204" pitchFamily="34" charset="-122"/>
                  <a:cs typeface="+mn-ea"/>
                  <a:sym typeface="+mn-ea"/>
                </a:rPr>
                <a:t>The WebSocket module provides support for WebSocket and </a:t>
              </a:r>
              <a:r>
                <a:rPr lang="en-US" dirty="0" err="1">
                  <a:solidFill>
                    <a:srgbClr val="595959"/>
                  </a:solidFill>
                  <a:latin typeface="微软雅黑" panose="020B0503020204020204" pitchFamily="34" charset="-122"/>
                  <a:ea typeface="微软雅黑" panose="020B0503020204020204" pitchFamily="34" charset="-122"/>
                  <a:cs typeface="+mn-ea"/>
                  <a:sym typeface="+mn-ea"/>
                </a:rPr>
                <a:t>SockJS</a:t>
              </a:r>
              <a:r>
                <a:rPr lang="en-US" dirty="0">
                  <a:solidFill>
                    <a:srgbClr val="595959"/>
                  </a:solidFill>
                  <a:latin typeface="微软雅黑" panose="020B0503020204020204" pitchFamily="34" charset="-122"/>
                  <a:ea typeface="微软雅黑" panose="020B0503020204020204" pitchFamily="34" charset="-122"/>
                  <a:cs typeface="+mn-ea"/>
                  <a:sym typeface="+mn-ea"/>
                </a:rPr>
                <a:t>, as well as an implementation of the STOMP protocol.</a:t>
              </a:r>
              <a:endParaRPr lang="en-US" altLang="zh-CN"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11" name="MH_Other_2">
              <a:extLst>
                <a:ext uri="{FF2B5EF4-FFF2-40B4-BE49-F238E27FC236}">
                  <a16:creationId xmlns:a16="http://schemas.microsoft.com/office/drawing/2014/main" id="{0B4FDB34-62E9-774A-05B0-6B54182DEE09}"/>
                </a:ext>
              </a:extLst>
            </p:cNvPr>
            <p:cNvSpPr/>
            <p:nvPr>
              <p:custDataLst>
                <p:tags r:id="rId5"/>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SubTitle_1">
              <a:extLst>
                <a:ext uri="{FF2B5EF4-FFF2-40B4-BE49-F238E27FC236}">
                  <a16:creationId xmlns:a16="http://schemas.microsoft.com/office/drawing/2014/main" id="{573FCFB7-D17B-993C-6E4B-317DB082F01E}"/>
                </a:ext>
              </a:extLst>
            </p:cNvPr>
            <p:cNvSpPr txBox="1">
              <a:spLocks noChangeArrowheads="1"/>
            </p:cNvSpPr>
            <p:nvPr>
              <p:custDataLst>
                <p:tags r:id="rId6"/>
              </p:custDataLst>
            </p:nvPr>
          </p:nvSpPr>
          <p:spPr bwMode="auto">
            <a:xfrm flipH="1">
              <a:off x="1054375" y="2435097"/>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Spring </a:t>
              </a:r>
              <a:r>
                <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Web</a:t>
              </a:r>
              <a:r>
                <a:rPr 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Module</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4" name="MH_Other_3">
              <a:extLst>
                <a:ext uri="{FF2B5EF4-FFF2-40B4-BE49-F238E27FC236}">
                  <a16:creationId xmlns:a16="http://schemas.microsoft.com/office/drawing/2014/main" id="{FAECF947-4D5A-0533-B734-4C29003456BE}"/>
                </a:ext>
              </a:extLst>
            </p:cNvPr>
            <p:cNvSpPr/>
            <p:nvPr>
              <p:custDataLst>
                <p:tags r:id="rId7"/>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4">
              <a:extLst>
                <a:ext uri="{FF2B5EF4-FFF2-40B4-BE49-F238E27FC236}">
                  <a16:creationId xmlns:a16="http://schemas.microsoft.com/office/drawing/2014/main" id="{26A843C2-DA44-DDF5-D5C9-B210C688EDC7}"/>
                </a:ext>
              </a:extLst>
            </p:cNvPr>
            <p:cNvSpPr/>
            <p:nvPr>
              <p:custDataLst>
                <p:tags r:id="rId8"/>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3" name="MH_Other_5">
              <a:extLst>
                <a:ext uri="{FF2B5EF4-FFF2-40B4-BE49-F238E27FC236}">
                  <a16:creationId xmlns:a16="http://schemas.microsoft.com/office/drawing/2014/main" id="{F740EA17-350A-BC74-3DF5-75948B9BF592}"/>
                </a:ext>
              </a:extLst>
            </p:cNvPr>
            <p:cNvSpPr/>
            <p:nvPr>
              <p:custDataLst>
                <p:tags r:id="rId9"/>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4" name="MH_Other_6">
              <a:extLst>
                <a:ext uri="{FF2B5EF4-FFF2-40B4-BE49-F238E27FC236}">
                  <a16:creationId xmlns:a16="http://schemas.microsoft.com/office/drawing/2014/main" id="{F20256D4-CF10-9570-32F4-942B067422C6}"/>
                </a:ext>
              </a:extLst>
            </p:cNvPr>
            <p:cNvSpPr/>
            <p:nvPr>
              <p:custDataLst>
                <p:tags r:id="rId10"/>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5" name="MH_Other_7">
              <a:extLst>
                <a:ext uri="{FF2B5EF4-FFF2-40B4-BE49-F238E27FC236}">
                  <a16:creationId xmlns:a16="http://schemas.microsoft.com/office/drawing/2014/main" id="{720BEC5C-EC7C-4CDD-1AD0-D1293550330F}"/>
                </a:ext>
              </a:extLst>
            </p:cNvPr>
            <p:cNvSpPr/>
            <p:nvPr>
              <p:custDataLst>
                <p:tags r:id="rId11"/>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6" name="MH_Other_8">
              <a:extLst>
                <a:ext uri="{FF2B5EF4-FFF2-40B4-BE49-F238E27FC236}">
                  <a16:creationId xmlns:a16="http://schemas.microsoft.com/office/drawing/2014/main" id="{55E9B986-C217-BEE7-E18B-BEBC17807F8B}"/>
                </a:ext>
              </a:extLst>
            </p:cNvPr>
            <p:cNvSpPr/>
            <p:nvPr>
              <p:custDataLst>
                <p:tags r:id="rId12"/>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37" name="MH_SubTitle_3">
              <a:extLst>
                <a:ext uri="{FF2B5EF4-FFF2-40B4-BE49-F238E27FC236}">
                  <a16:creationId xmlns:a16="http://schemas.microsoft.com/office/drawing/2014/main" id="{C6AA6848-E418-E230-24CD-CD619ECCAAC1}"/>
                </a:ext>
              </a:extLst>
            </p:cNvPr>
            <p:cNvSpPr txBox="1">
              <a:spLocks noChangeArrowheads="1"/>
            </p:cNvSpPr>
            <p:nvPr>
              <p:custDataLst>
                <p:tags r:id="rId13"/>
              </p:custDataLst>
            </p:nvPr>
          </p:nvSpPr>
          <p:spPr bwMode="auto">
            <a:xfrm>
              <a:off x="8500631"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Portlet </a:t>
              </a: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8" name="MH_Text_3">
              <a:extLst>
                <a:ext uri="{FF2B5EF4-FFF2-40B4-BE49-F238E27FC236}">
                  <a16:creationId xmlns:a16="http://schemas.microsoft.com/office/drawing/2014/main" id="{7A4F9D19-FFC3-C7BF-3DF0-912FF8D17CFD}"/>
                </a:ext>
              </a:extLst>
            </p:cNvPr>
            <p:cNvSpPr txBox="1"/>
            <p:nvPr>
              <p:custDataLst>
                <p:tags r:id="rId14"/>
              </p:custDataLst>
            </p:nvPr>
          </p:nvSpPr>
          <p:spPr>
            <a:xfrm>
              <a:off x="6930146" y="4791251"/>
              <a:ext cx="5148904" cy="1315893"/>
            </a:xfrm>
            <a:prstGeom prst="rect">
              <a:avLst/>
            </a:prstGeom>
            <a:noFill/>
          </p:spPr>
          <p:txBody>
            <a:bodyPr lIns="0" tIns="0" rIns="0" bIns="0">
              <a:noAutofit/>
            </a:bodyPr>
            <a:lstStyle/>
            <a:p>
              <a:pPr>
                <a:lnSpc>
                  <a:spcPct val="150000"/>
                </a:lnSpc>
                <a:defRPr/>
              </a:pPr>
              <a:r>
                <a:rPr lang="en-US" dirty="0">
                  <a:solidFill>
                    <a:srgbClr val="595959"/>
                  </a:solidFill>
                  <a:latin typeface="微软雅黑" panose="020B0503020204020204" pitchFamily="34" charset="-122"/>
                  <a:ea typeface="微软雅黑" panose="020B0503020204020204" pitchFamily="34" charset="-122"/>
                  <a:cs typeface="+mn-ea"/>
                  <a:sym typeface="+mn-ea"/>
                </a:rPr>
                <a:t>The Portlet module is specifically designed for the Portlet environment and provides an MVC implementation for Portlet-based applications.</a:t>
              </a:r>
              <a:endParaRPr lang="en-US" altLang="zh-CN"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39" name="MH_SubTitle_2">
              <a:extLst>
                <a:ext uri="{FF2B5EF4-FFF2-40B4-BE49-F238E27FC236}">
                  <a16:creationId xmlns:a16="http://schemas.microsoft.com/office/drawing/2014/main" id="{AA46D4CA-86A8-411C-4718-93F38BF5BF18}"/>
                </a:ext>
              </a:extLst>
            </p:cNvPr>
            <p:cNvSpPr txBox="1">
              <a:spLocks noChangeArrowheads="1"/>
            </p:cNvSpPr>
            <p:nvPr>
              <p:custDataLst>
                <p:tags r:id="rId15"/>
              </p:custDataLst>
            </p:nvPr>
          </p:nvSpPr>
          <p:spPr bwMode="auto">
            <a:xfrm flipH="1">
              <a:off x="1029183" y="43084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Servlet </a:t>
              </a:r>
              <a:r>
                <a:rPr lang="en-US" altLang="zh-CN" sz="2000" b="1" dirty="0">
                  <a:solidFill>
                    <a:prstClr val="black">
                      <a:lumMod val="85000"/>
                      <a:lumOff val="15000"/>
                    </a:prstClr>
                  </a:solidFill>
                  <a:latin typeface="微软雅黑" panose="020B0503020204020204" pitchFamily="34" charset="-122"/>
                  <a:ea typeface="微软雅黑" panose="020B0503020204020204" pitchFamily="34" charset="-122"/>
                  <a:sym typeface="+mn-ea"/>
                </a:rPr>
                <a:t>Module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40" name="MH_Text_2">
              <a:extLst>
                <a:ext uri="{FF2B5EF4-FFF2-40B4-BE49-F238E27FC236}">
                  <a16:creationId xmlns:a16="http://schemas.microsoft.com/office/drawing/2014/main" id="{7806FBBE-8280-8467-9186-414DC3F006D0}"/>
                </a:ext>
              </a:extLst>
            </p:cNvPr>
            <p:cNvSpPr txBox="1"/>
            <p:nvPr>
              <p:custDataLst>
                <p:tags r:id="rId16"/>
              </p:custDataLst>
            </p:nvPr>
          </p:nvSpPr>
          <p:spPr>
            <a:xfrm flipH="1">
              <a:off x="967457" y="4988006"/>
              <a:ext cx="3093357" cy="1006708"/>
            </a:xfrm>
            <a:prstGeom prst="rect">
              <a:avLst/>
            </a:prstGeom>
            <a:noFill/>
          </p:spPr>
          <p:txBody>
            <a:bodyPr lIns="0" tIns="0" rIns="0" bIns="0">
              <a:noAutofit/>
            </a:bodyPr>
            <a:lstStyle/>
            <a:p>
              <a:pPr lvl="0" algn="l">
                <a:lnSpc>
                  <a:spcPct val="150000"/>
                </a:lnSpc>
                <a:spcBef>
                  <a:spcPts val="0"/>
                </a:spcBef>
                <a:spcAft>
                  <a:spcPts val="0"/>
                </a:spcAft>
                <a:buClrTx/>
                <a:buSzTx/>
                <a:buFontTx/>
                <a:defRPr/>
              </a:pPr>
              <a:r>
                <a:rPr lang="en-US" dirty="0">
                  <a:solidFill>
                    <a:srgbClr val="595959"/>
                  </a:solidFill>
                  <a:latin typeface="微软雅黑" panose="020B0503020204020204" pitchFamily="34" charset="-122"/>
                  <a:ea typeface="微软雅黑" panose="020B0503020204020204" pitchFamily="34" charset="-122"/>
                  <a:cs typeface="+mn-ea"/>
                  <a:sym typeface="+mn-ea"/>
                </a:rPr>
                <a:t>The Servlet module is used to build RESTful services for web applications.</a:t>
              </a:r>
              <a:endParaRPr lang="en-US" altLang="zh-CN"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13" name="MH_Text_1">
              <a:extLst>
                <a:ext uri="{FF2B5EF4-FFF2-40B4-BE49-F238E27FC236}">
                  <a16:creationId xmlns:a16="http://schemas.microsoft.com/office/drawing/2014/main" id="{FAA6E8EC-CED7-8E7F-F5F3-F039E087ADC6}"/>
                </a:ext>
              </a:extLst>
            </p:cNvPr>
            <p:cNvSpPr txBox="1"/>
            <p:nvPr>
              <p:custDataLst>
                <p:tags r:id="rId17"/>
              </p:custDataLst>
            </p:nvPr>
          </p:nvSpPr>
          <p:spPr>
            <a:xfrm flipH="1">
              <a:off x="111906" y="3125998"/>
              <a:ext cx="5386867" cy="1605607"/>
            </a:xfrm>
            <a:prstGeom prst="rect">
              <a:avLst/>
            </a:prstGeom>
            <a:noFill/>
          </p:spPr>
          <p:txBody>
            <a:bodyPr lIns="0" tIns="0" rIns="0" bIns="0"/>
            <a:lstStyle/>
            <a:p>
              <a:pPr lvl="0">
                <a:lnSpc>
                  <a:spcPct val="150000"/>
                </a:lnSpc>
                <a:defRPr/>
              </a:pPr>
              <a:r>
                <a:rPr lang="en-US" dirty="0">
                  <a:solidFill>
                    <a:srgbClr val="595959"/>
                  </a:solidFill>
                  <a:latin typeface="微软雅黑" panose="020B0503020204020204" pitchFamily="34" charset="-122"/>
                  <a:ea typeface="微软雅黑" panose="020B0503020204020204" pitchFamily="34" charset="-122"/>
                  <a:cs typeface="+mn-ea"/>
                </a:rPr>
                <a:t>The Spring Web module provides fundamental support for web development, including features such as file upload handling, HTTP client support, and Spring’s remote processing capabilities.</a:t>
              </a:r>
              <a:endParaRPr lang="en-US" altLang="zh-CN" dirty="0">
                <a:solidFill>
                  <a:srgbClr val="595959"/>
                </a:solidFill>
                <a:latin typeface="微软雅黑" panose="020B0503020204020204" pitchFamily="34" charset="-122"/>
                <a:ea typeface="微软雅黑" panose="020B0503020204020204" pitchFamily="34" charset="-122"/>
                <a:cs typeface="+mn-ea"/>
                <a:sym typeface="+mn-ea"/>
              </a:endParaRPr>
            </a:p>
          </p:txBody>
        </p:sp>
      </p:grpSp>
      <p:sp>
        <p:nvSpPr>
          <p:cNvPr id="41" name="Text Placeholder 5">
            <a:extLst>
              <a:ext uri="{FF2B5EF4-FFF2-40B4-BE49-F238E27FC236}">
                <a16:creationId xmlns:a16="http://schemas.microsoft.com/office/drawing/2014/main" id="{DC5845EA-D96C-C489-EF41-FBA7709A0229}"/>
              </a:ext>
            </a:extLst>
          </p:cNvPr>
          <p:cNvSpPr txBox="1"/>
          <p:nvPr>
            <p:custDataLst>
              <p:tags r:id="rId1"/>
            </p:custDataLst>
          </p:nvPr>
        </p:nvSpPr>
        <p:spPr>
          <a:xfrm>
            <a:off x="4798695" y="3021761"/>
            <a:ext cx="2199005" cy="63373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chemeClr val="tx1"/>
                </a:solidFill>
                <a:latin typeface="微软雅黑" panose="020B0503020204020204" pitchFamily="34" charset="-122"/>
                <a:ea typeface="微软雅黑" panose="020B0503020204020204" pitchFamily="34" charset="-122"/>
                <a:cs typeface="+mn-ea"/>
                <a:sym typeface="+mn-lt"/>
              </a:rPr>
              <a:t>Web</a:t>
            </a:r>
          </a:p>
        </p:txBody>
      </p:sp>
      <p:sp>
        <p:nvSpPr>
          <p:cNvPr id="45" name="标题 1">
            <a:extLst>
              <a:ext uri="{FF2B5EF4-FFF2-40B4-BE49-F238E27FC236}">
                <a16:creationId xmlns:a16="http://schemas.microsoft.com/office/drawing/2014/main" id="{7040951C-DA6B-301F-9EEB-08849EC677C0}"/>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026060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238F7-254C-0D18-179F-3198835FF93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8C7CB4-94A0-29C0-A4B7-558E01297E02}"/>
              </a:ext>
            </a:extLst>
          </p:cNvPr>
          <p:cNvSpPr>
            <a:spLocks noGrp="1"/>
          </p:cNvSpPr>
          <p:nvPr>
            <p:ph type="sldNum" sz="quarter" idx="12"/>
          </p:nvPr>
        </p:nvSpPr>
        <p:spPr/>
        <p:txBody>
          <a:bodyPr/>
          <a:lstStyle/>
          <a:p>
            <a:fld id="{5DD3DB80-B894-403A-B48E-6FDC1A72010E}" type="slidenum">
              <a:rPr lang="zh-CN" altLang="en-US" smtClean="0"/>
              <a:pPr/>
              <a:t>24</a:t>
            </a:fld>
            <a:endParaRPr lang="zh-CN" altLang="en-US"/>
          </a:p>
        </p:txBody>
      </p:sp>
      <p:sp>
        <p:nvSpPr>
          <p:cNvPr id="3" name="Freeform 7">
            <a:extLst>
              <a:ext uri="{FF2B5EF4-FFF2-40B4-BE49-F238E27FC236}">
                <a16:creationId xmlns:a16="http://schemas.microsoft.com/office/drawing/2014/main" id="{7578E52D-B533-0490-CDB6-9A5C95A8DE5F}"/>
              </a:ext>
            </a:extLst>
          </p:cNvPr>
          <p:cNvSpPr>
            <a:spLocks noChangeArrowheads="1"/>
          </p:cNvSpPr>
          <p:nvPr>
            <p:custDataLst>
              <p:tags r:id="rId1"/>
            </p:custDataLst>
          </p:nvPr>
        </p:nvSpPr>
        <p:spPr bwMode="auto">
          <a:xfrm>
            <a:off x="5167691" y="1857214"/>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5" name="Freeform 8">
            <a:extLst>
              <a:ext uri="{FF2B5EF4-FFF2-40B4-BE49-F238E27FC236}">
                <a16:creationId xmlns:a16="http://schemas.microsoft.com/office/drawing/2014/main" id="{062F93EA-E9F1-98E2-603D-096CF5FCED9D}"/>
              </a:ext>
            </a:extLst>
          </p:cNvPr>
          <p:cNvSpPr>
            <a:spLocks noChangeArrowheads="1"/>
          </p:cNvSpPr>
          <p:nvPr>
            <p:custDataLst>
              <p:tags r:id="rId2"/>
            </p:custDataLst>
          </p:nvPr>
        </p:nvSpPr>
        <p:spPr bwMode="auto">
          <a:xfrm>
            <a:off x="3796090" y="3078529"/>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6" name="Freeform 9">
            <a:extLst>
              <a:ext uri="{FF2B5EF4-FFF2-40B4-BE49-F238E27FC236}">
                <a16:creationId xmlns:a16="http://schemas.microsoft.com/office/drawing/2014/main" id="{3CB707F1-7F60-2CDA-C7A1-1E100724E31C}"/>
              </a:ext>
            </a:extLst>
          </p:cNvPr>
          <p:cNvSpPr>
            <a:spLocks noChangeArrowheads="1"/>
          </p:cNvSpPr>
          <p:nvPr>
            <p:custDataLst>
              <p:tags r:id="rId3"/>
            </p:custDataLst>
          </p:nvPr>
        </p:nvSpPr>
        <p:spPr bwMode="auto">
          <a:xfrm>
            <a:off x="4583491" y="4399330"/>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7" name="Freeform 10">
            <a:extLst>
              <a:ext uri="{FF2B5EF4-FFF2-40B4-BE49-F238E27FC236}">
                <a16:creationId xmlns:a16="http://schemas.microsoft.com/office/drawing/2014/main" id="{00B3674E-B15F-5642-A1E0-908DB41B62BE}"/>
              </a:ext>
            </a:extLst>
          </p:cNvPr>
          <p:cNvSpPr>
            <a:spLocks noChangeArrowheads="1"/>
          </p:cNvSpPr>
          <p:nvPr>
            <p:custDataLst>
              <p:tags r:id="rId4"/>
            </p:custDataLst>
          </p:nvPr>
        </p:nvSpPr>
        <p:spPr bwMode="auto">
          <a:xfrm>
            <a:off x="5857724" y="4399330"/>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8" name="Freeform 11">
            <a:extLst>
              <a:ext uri="{FF2B5EF4-FFF2-40B4-BE49-F238E27FC236}">
                <a16:creationId xmlns:a16="http://schemas.microsoft.com/office/drawing/2014/main" id="{55D5AC9C-4074-10C3-8621-6278A2A1C9A0}"/>
              </a:ext>
            </a:extLst>
          </p:cNvPr>
          <p:cNvSpPr>
            <a:spLocks noChangeArrowheads="1"/>
          </p:cNvSpPr>
          <p:nvPr>
            <p:custDataLst>
              <p:tags r:id="rId5"/>
            </p:custDataLst>
          </p:nvPr>
        </p:nvSpPr>
        <p:spPr bwMode="auto">
          <a:xfrm>
            <a:off x="6551990" y="3078529"/>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9" name="矩形 7">
            <a:extLst>
              <a:ext uri="{FF2B5EF4-FFF2-40B4-BE49-F238E27FC236}">
                <a16:creationId xmlns:a16="http://schemas.microsoft.com/office/drawing/2014/main" id="{AF3F8A9A-7018-5450-A6EC-297D6A2C5D2C}"/>
              </a:ext>
            </a:extLst>
          </p:cNvPr>
          <p:cNvSpPr>
            <a:spLocks noChangeArrowheads="1"/>
          </p:cNvSpPr>
          <p:nvPr>
            <p:custDataLst>
              <p:tags r:id="rId6"/>
            </p:custDataLst>
          </p:nvPr>
        </p:nvSpPr>
        <p:spPr bwMode="auto">
          <a:xfrm>
            <a:off x="5496204" y="2416014"/>
            <a:ext cx="72389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0" name="矩形 8">
            <a:extLst>
              <a:ext uri="{FF2B5EF4-FFF2-40B4-BE49-F238E27FC236}">
                <a16:creationId xmlns:a16="http://schemas.microsoft.com/office/drawing/2014/main" id="{9489695A-6FA6-D9C0-F6B5-FFD3B9D77AEE}"/>
              </a:ext>
            </a:extLst>
          </p:cNvPr>
          <p:cNvSpPr>
            <a:spLocks noChangeArrowheads="1"/>
          </p:cNvSpPr>
          <p:nvPr>
            <p:custDataLst>
              <p:tags r:id="rId7"/>
            </p:custDataLst>
          </p:nvPr>
        </p:nvSpPr>
        <p:spPr bwMode="auto">
          <a:xfrm>
            <a:off x="6698040" y="3286522"/>
            <a:ext cx="8763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1" name="矩形 9">
            <a:extLst>
              <a:ext uri="{FF2B5EF4-FFF2-40B4-BE49-F238E27FC236}">
                <a16:creationId xmlns:a16="http://schemas.microsoft.com/office/drawing/2014/main" id="{00FF00A4-E79A-0693-B95F-51EFA70033B7}"/>
              </a:ext>
            </a:extLst>
          </p:cNvPr>
          <p:cNvSpPr>
            <a:spLocks noChangeArrowheads="1"/>
          </p:cNvSpPr>
          <p:nvPr>
            <p:custDataLst>
              <p:tags r:id="rId8"/>
            </p:custDataLst>
          </p:nvPr>
        </p:nvSpPr>
        <p:spPr bwMode="auto">
          <a:xfrm>
            <a:off x="6342440" y="4843226"/>
            <a:ext cx="7112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 name="矩形 10">
            <a:extLst>
              <a:ext uri="{FF2B5EF4-FFF2-40B4-BE49-F238E27FC236}">
                <a16:creationId xmlns:a16="http://schemas.microsoft.com/office/drawing/2014/main" id="{63BC06F6-5441-2AB4-42F4-5CF3434524F1}"/>
              </a:ext>
            </a:extLst>
          </p:cNvPr>
          <p:cNvSpPr>
            <a:spLocks noChangeArrowheads="1"/>
          </p:cNvSpPr>
          <p:nvPr>
            <p:custDataLst>
              <p:tags r:id="rId9"/>
            </p:custDataLst>
          </p:nvPr>
        </p:nvSpPr>
        <p:spPr bwMode="auto">
          <a:xfrm>
            <a:off x="4742241" y="4867113"/>
            <a:ext cx="657952"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3" name="矩形 11">
            <a:extLst>
              <a:ext uri="{FF2B5EF4-FFF2-40B4-BE49-F238E27FC236}">
                <a16:creationId xmlns:a16="http://schemas.microsoft.com/office/drawing/2014/main" id="{6E924A9D-BBEA-E4BC-6F8F-E58F09677194}"/>
              </a:ext>
            </a:extLst>
          </p:cNvPr>
          <p:cNvSpPr>
            <a:spLocks noChangeArrowheads="1"/>
          </p:cNvSpPr>
          <p:nvPr>
            <p:custDataLst>
              <p:tags r:id="rId10"/>
            </p:custDataLst>
          </p:nvPr>
        </p:nvSpPr>
        <p:spPr bwMode="auto">
          <a:xfrm>
            <a:off x="4344308" y="3340996"/>
            <a:ext cx="62256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 name="TextBox 12">
            <a:extLst>
              <a:ext uri="{FF2B5EF4-FFF2-40B4-BE49-F238E27FC236}">
                <a16:creationId xmlns:a16="http://schemas.microsoft.com/office/drawing/2014/main" id="{393A9E9E-7C43-72B7-0641-4F6F03F453E7}"/>
              </a:ext>
            </a:extLst>
          </p:cNvPr>
          <p:cNvSpPr>
            <a:spLocks noChangeArrowheads="1"/>
          </p:cNvSpPr>
          <p:nvPr>
            <p:custDataLst>
              <p:tags r:id="rId11"/>
            </p:custDataLst>
          </p:nvPr>
        </p:nvSpPr>
        <p:spPr bwMode="auto">
          <a:xfrm>
            <a:off x="6342440" y="1396950"/>
            <a:ext cx="561618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rPr>
              <a:t>The AOP module provides support for Aspect-Oriented Programming, allowing developers to define aspects to intercept the execution flow of applications and execute additional behavior at specified join points.</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TextBox 13">
            <a:extLst>
              <a:ext uri="{FF2B5EF4-FFF2-40B4-BE49-F238E27FC236}">
                <a16:creationId xmlns:a16="http://schemas.microsoft.com/office/drawing/2014/main" id="{EB0F4965-5D92-8E63-2DFC-3F33E1939DD1}"/>
              </a:ext>
            </a:extLst>
          </p:cNvPr>
          <p:cNvSpPr>
            <a:spLocks noChangeArrowheads="1"/>
          </p:cNvSpPr>
          <p:nvPr>
            <p:custDataLst>
              <p:tags r:id="rId12"/>
            </p:custDataLst>
          </p:nvPr>
        </p:nvSpPr>
        <p:spPr bwMode="auto">
          <a:xfrm>
            <a:off x="8065409" y="3288080"/>
            <a:ext cx="362300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Aspects module provides integration support with AspectJ. AspectJ is a powerful and mature AOP framework.</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6" name="TextBox 14">
            <a:extLst>
              <a:ext uri="{FF2B5EF4-FFF2-40B4-BE49-F238E27FC236}">
                <a16:creationId xmlns:a16="http://schemas.microsoft.com/office/drawing/2014/main" id="{D8CFB656-81D7-A322-1990-74E05B449814}"/>
              </a:ext>
            </a:extLst>
          </p:cNvPr>
          <p:cNvSpPr>
            <a:spLocks noChangeArrowheads="1"/>
          </p:cNvSpPr>
          <p:nvPr>
            <p:custDataLst>
              <p:tags r:id="rId13"/>
            </p:custDataLst>
          </p:nvPr>
        </p:nvSpPr>
        <p:spPr bwMode="auto">
          <a:xfrm>
            <a:off x="7377490" y="5216363"/>
            <a:ext cx="317923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Instrumentation module provides support for class instrumentation and implements a class loader.</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TextBox 15">
            <a:extLst>
              <a:ext uri="{FF2B5EF4-FFF2-40B4-BE49-F238E27FC236}">
                <a16:creationId xmlns:a16="http://schemas.microsoft.com/office/drawing/2014/main" id="{F3A32A82-8132-0190-3DC6-AE7D801EE4AB}"/>
              </a:ext>
            </a:extLst>
          </p:cNvPr>
          <p:cNvSpPr>
            <a:spLocks noChangeArrowheads="1"/>
          </p:cNvSpPr>
          <p:nvPr>
            <p:custDataLst>
              <p:tags r:id="rId14"/>
            </p:custDataLst>
          </p:nvPr>
        </p:nvSpPr>
        <p:spPr bwMode="auto">
          <a:xfrm>
            <a:off x="1395791" y="5029461"/>
            <a:ext cx="281093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Messaging module provides support for message transmission architectures and protocols.</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TextBox 16">
            <a:extLst>
              <a:ext uri="{FF2B5EF4-FFF2-40B4-BE49-F238E27FC236}">
                <a16:creationId xmlns:a16="http://schemas.microsoft.com/office/drawing/2014/main" id="{E87068FB-C9D9-3013-DC29-06C3D81AECDC}"/>
              </a:ext>
            </a:extLst>
          </p:cNvPr>
          <p:cNvSpPr>
            <a:spLocks noChangeArrowheads="1"/>
          </p:cNvSpPr>
          <p:nvPr>
            <p:custDataLst>
              <p:tags r:id="rId15"/>
            </p:custDataLst>
          </p:nvPr>
        </p:nvSpPr>
        <p:spPr bwMode="auto">
          <a:xfrm>
            <a:off x="1395791" y="2483747"/>
            <a:ext cx="281093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dirty="0">
                <a:solidFill>
                  <a:srgbClr val="595959"/>
                </a:solidFill>
                <a:latin typeface="微软雅黑" panose="020B0503020204020204" pitchFamily="34" charset="-122"/>
                <a:ea typeface="微软雅黑" panose="020B0503020204020204" pitchFamily="34" charset="-122"/>
                <a:cs typeface="+mn-ea"/>
                <a:sym typeface="+mn-lt"/>
              </a:rPr>
              <a:t>The Test module provides support for unit testing and integration testing of applications.</a:t>
            </a:r>
            <a:endParaRPr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9" name="TextBox 17">
            <a:extLst>
              <a:ext uri="{FF2B5EF4-FFF2-40B4-BE49-F238E27FC236}">
                <a16:creationId xmlns:a16="http://schemas.microsoft.com/office/drawing/2014/main" id="{4CF3EC19-06B5-DDED-CFD3-9E068DEFC285}"/>
              </a:ext>
            </a:extLst>
          </p:cNvPr>
          <p:cNvSpPr>
            <a:spLocks noChangeArrowheads="1"/>
          </p:cNvSpPr>
          <p:nvPr>
            <p:custDataLst>
              <p:tags r:id="rId16"/>
            </p:custDataLst>
          </p:nvPr>
        </p:nvSpPr>
        <p:spPr bwMode="auto">
          <a:xfrm>
            <a:off x="6171626" y="1028700"/>
            <a:ext cx="168275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AOP 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0" name="TextBox 18">
            <a:extLst>
              <a:ext uri="{FF2B5EF4-FFF2-40B4-BE49-F238E27FC236}">
                <a16:creationId xmlns:a16="http://schemas.microsoft.com/office/drawing/2014/main" id="{D268660C-9A4B-737F-2A6A-1F3A76DC82FA}"/>
              </a:ext>
            </a:extLst>
          </p:cNvPr>
          <p:cNvSpPr>
            <a:spLocks noChangeArrowheads="1"/>
          </p:cNvSpPr>
          <p:nvPr>
            <p:custDataLst>
              <p:tags r:id="rId17"/>
            </p:custDataLst>
          </p:nvPr>
        </p:nvSpPr>
        <p:spPr bwMode="auto">
          <a:xfrm>
            <a:off x="8065409" y="2901534"/>
            <a:ext cx="29471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Aspects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1" name="TextBox 19">
            <a:extLst>
              <a:ext uri="{FF2B5EF4-FFF2-40B4-BE49-F238E27FC236}">
                <a16:creationId xmlns:a16="http://schemas.microsoft.com/office/drawing/2014/main" id="{32858CAB-8A33-467C-E6C4-60FC937C5750}"/>
              </a:ext>
            </a:extLst>
          </p:cNvPr>
          <p:cNvSpPr>
            <a:spLocks noChangeArrowheads="1"/>
          </p:cNvSpPr>
          <p:nvPr>
            <p:custDataLst>
              <p:tags r:id="rId18"/>
            </p:custDataLst>
          </p:nvPr>
        </p:nvSpPr>
        <p:spPr bwMode="auto">
          <a:xfrm>
            <a:off x="7377702" y="4833047"/>
            <a:ext cx="35056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Instrumentation </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2" name="TextBox 20">
            <a:extLst>
              <a:ext uri="{FF2B5EF4-FFF2-40B4-BE49-F238E27FC236}">
                <a16:creationId xmlns:a16="http://schemas.microsoft.com/office/drawing/2014/main" id="{844B5159-EDFC-6FFA-982E-10D75525BA92}"/>
              </a:ext>
            </a:extLst>
          </p:cNvPr>
          <p:cNvSpPr>
            <a:spLocks noChangeArrowheads="1"/>
          </p:cNvSpPr>
          <p:nvPr>
            <p:custDataLst>
              <p:tags r:id="rId19"/>
            </p:custDataLst>
          </p:nvPr>
        </p:nvSpPr>
        <p:spPr bwMode="auto">
          <a:xfrm>
            <a:off x="1396001" y="4655247"/>
            <a:ext cx="31874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Messaging</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3" name="TextBox 22">
            <a:extLst>
              <a:ext uri="{FF2B5EF4-FFF2-40B4-BE49-F238E27FC236}">
                <a16:creationId xmlns:a16="http://schemas.microsoft.com/office/drawing/2014/main" id="{6399657D-C936-5A34-2E6C-C5071B270549}"/>
              </a:ext>
            </a:extLst>
          </p:cNvPr>
          <p:cNvSpPr>
            <a:spLocks noChangeArrowheads="1"/>
          </p:cNvSpPr>
          <p:nvPr>
            <p:custDataLst>
              <p:tags r:id="rId20"/>
            </p:custDataLst>
          </p:nvPr>
        </p:nvSpPr>
        <p:spPr bwMode="auto">
          <a:xfrm>
            <a:off x="4793237" y="3907044"/>
            <a:ext cx="20761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cs typeface="+mn-ea"/>
                <a:sym typeface="+mn-lt"/>
              </a:rPr>
              <a:t>Other Modules</a:t>
            </a:r>
            <a:endPar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24" name="TextBox 17">
            <a:extLst>
              <a:ext uri="{FF2B5EF4-FFF2-40B4-BE49-F238E27FC236}">
                <a16:creationId xmlns:a16="http://schemas.microsoft.com/office/drawing/2014/main" id="{BE6E8502-9037-80D0-9397-7C124491404F}"/>
              </a:ext>
            </a:extLst>
          </p:cNvPr>
          <p:cNvSpPr>
            <a:spLocks noChangeArrowheads="1"/>
          </p:cNvSpPr>
          <p:nvPr>
            <p:custDataLst>
              <p:tags r:id="rId21"/>
            </p:custDataLst>
          </p:nvPr>
        </p:nvSpPr>
        <p:spPr bwMode="auto">
          <a:xfrm>
            <a:off x="1396002" y="2108897"/>
            <a:ext cx="268732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Test</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Module</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7" name="标题 1">
            <a:extLst>
              <a:ext uri="{FF2B5EF4-FFF2-40B4-BE49-F238E27FC236}">
                <a16:creationId xmlns:a16="http://schemas.microsoft.com/office/drawing/2014/main" id="{6E41EA80-E0F6-ADD0-4614-EB198B207F55}"/>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265378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67B57-1040-48E3-6BC1-40FE9EF7AC7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AAACE6A-7FE3-CB8C-B268-679ECC26EC50}"/>
              </a:ext>
            </a:extLst>
          </p:cNvPr>
          <p:cNvSpPr>
            <a:spLocks noGrp="1"/>
          </p:cNvSpPr>
          <p:nvPr>
            <p:ph type="sldNum" sz="quarter" idx="12"/>
          </p:nvPr>
        </p:nvSpPr>
        <p:spPr/>
        <p:txBody>
          <a:bodyPr/>
          <a:lstStyle/>
          <a:p>
            <a:fld id="{5DD3DB80-B894-403A-B48E-6FDC1A72010E}" type="slidenum">
              <a:rPr lang="zh-CN" altLang="en-US" smtClean="0"/>
              <a:pPr/>
              <a:t>25</a:t>
            </a:fld>
            <a:endParaRPr lang="zh-CN" altLang="en-US"/>
          </a:p>
        </p:txBody>
      </p:sp>
      <p:sp>
        <p:nvSpPr>
          <p:cNvPr id="3" name="原创设计师QQ598969553          _3">
            <a:extLst>
              <a:ext uri="{FF2B5EF4-FFF2-40B4-BE49-F238E27FC236}">
                <a16:creationId xmlns:a16="http://schemas.microsoft.com/office/drawing/2014/main" id="{5E1FEB7E-D3F2-505C-99AC-F886004F4099}"/>
              </a:ext>
            </a:extLst>
          </p:cNvPr>
          <p:cNvSpPr/>
          <p:nvPr>
            <p:custDataLst>
              <p:tags r:id="rId1"/>
            </p:custDataLst>
          </p:nvPr>
        </p:nvSpPr>
        <p:spPr>
          <a:xfrm>
            <a:off x="347870" y="2164080"/>
            <a:ext cx="11522076" cy="43637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原创设计师QQ598969553          _4">
            <a:extLst>
              <a:ext uri="{FF2B5EF4-FFF2-40B4-BE49-F238E27FC236}">
                <a16:creationId xmlns:a16="http://schemas.microsoft.com/office/drawing/2014/main" id="{839158CE-2B48-709C-0FF9-18C028EA83DD}"/>
              </a:ext>
            </a:extLst>
          </p:cNvPr>
          <p:cNvSpPr/>
          <p:nvPr>
            <p:custDataLst>
              <p:tags r:id="rId2"/>
            </p:custDataLst>
          </p:nvPr>
        </p:nvSpPr>
        <p:spPr>
          <a:xfrm>
            <a:off x="473078" y="2288032"/>
            <a:ext cx="11396868" cy="4512431"/>
          </a:xfrm>
          <a:prstGeom prst="rect">
            <a:avLst/>
          </a:prstGeom>
        </p:spPr>
        <p:txBody>
          <a:bodyPr wrap="square">
            <a:noAutofit/>
          </a:bodyPr>
          <a:lstStyle/>
          <a:p>
            <a:pPr>
              <a:lnSpc>
                <a:spcPct val="150000"/>
              </a:lnSpc>
              <a:buClrTx/>
              <a:buSzTx/>
              <a:buFontTx/>
              <a:defRPr/>
            </a:pPr>
            <a:r>
              <a:rPr lang="en-US" altLang="zh-CN" dirty="0">
                <a:solidFill>
                  <a:srgbClr val="1369B2"/>
                </a:solidFill>
                <a:latin typeface="微软雅黑" panose="020B0503020204020204" pitchFamily="34" charset="-122"/>
                <a:ea typeface="微软雅黑" panose="020B0503020204020204" pitchFamily="34" charset="-122"/>
                <a:sym typeface="+mn-lt"/>
              </a:rPr>
              <a:t>IoC</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(Inversion of Control) is one of the core principles of the Spring framework. It aims to build </a:t>
            </a:r>
            <a:r>
              <a:rPr lang="en-US" altLang="zh-CN" dirty="0">
                <a:solidFill>
                  <a:srgbClr val="1369B2"/>
                </a:solidFill>
                <a:latin typeface="微软雅黑" panose="020B0503020204020204" pitchFamily="34" charset="-122"/>
                <a:ea typeface="微软雅黑" panose="020B0503020204020204" pitchFamily="34" charset="-122"/>
                <a:sym typeface="+mn-lt"/>
              </a:rPr>
              <a:t>loosely coupled </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applications and </a:t>
            </a:r>
            <a:r>
              <a:rPr lang="en-US" altLang="zh-CN" dirty="0">
                <a:solidFill>
                  <a:srgbClr val="1369B2"/>
                </a:solidFill>
                <a:latin typeface="微软雅黑" panose="020B0503020204020204" pitchFamily="34" charset="-122"/>
                <a:ea typeface="微软雅黑" panose="020B0503020204020204" pitchFamily="34" charset="-122"/>
                <a:sym typeface="+mn-lt"/>
              </a:rPr>
              <a:t>reduce code complexity.</a:t>
            </a:r>
          </a:p>
          <a:p>
            <a:pPr>
              <a:lnSpc>
                <a:spcPct val="150000"/>
              </a:lnSpc>
              <a:buClrTx/>
              <a:buSzTx/>
              <a:buFontTx/>
              <a:defRPr/>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The idea of Inversion of Control is to delegate the creation and management of objects to a </a:t>
            </a:r>
            <a:r>
              <a:rPr lang="en-US" altLang="zh-CN" dirty="0">
                <a:solidFill>
                  <a:srgbClr val="1369B2"/>
                </a:solidFill>
                <a:latin typeface="微软雅黑" panose="020B0503020204020204" pitchFamily="34" charset="-122"/>
                <a:ea typeface="微软雅黑" panose="020B0503020204020204" pitchFamily="34" charset="-122"/>
                <a:sym typeface="+mn-lt"/>
              </a:rPr>
              <a:t>container.</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The container is responsible for instantiating objects, managing their lifecycle, and injecting dependencies. </a:t>
            </a:r>
            <a:r>
              <a:rPr lang="en-US" altLang="zh-CN" dirty="0">
                <a:solidFill>
                  <a:srgbClr val="1369B2"/>
                </a:solidFill>
                <a:latin typeface="微软雅黑" panose="020B0503020204020204" pitchFamily="34" charset="-122"/>
                <a:ea typeface="微软雅黑" panose="020B0503020204020204" pitchFamily="34" charset="-122"/>
                <a:sym typeface="+mn-lt"/>
              </a:rPr>
              <a:t>In this way, control over objects is transferred from the application to the container—hence the name Inversion of Control.</a:t>
            </a:r>
          </a:p>
          <a:p>
            <a:pPr>
              <a:lnSpc>
                <a:spcPct val="150000"/>
              </a:lnSpc>
              <a:buClrTx/>
              <a:buSzTx/>
              <a:buFontTx/>
              <a:defRPr/>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The Spring framework provides an </a:t>
            </a:r>
            <a:r>
              <a:rPr lang="en-US" altLang="zh-CN" dirty="0">
                <a:solidFill>
                  <a:srgbClr val="1369B2"/>
                </a:solidFill>
                <a:latin typeface="微软雅黑" panose="020B0503020204020204" pitchFamily="34" charset="-122"/>
                <a:ea typeface="微软雅黑" panose="020B0503020204020204" pitchFamily="34" charset="-122"/>
                <a:sym typeface="+mn-lt"/>
              </a:rPr>
              <a:t>IoC container </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to implement this concept. When referring to the Spring container, it usually means the </a:t>
            </a:r>
            <a:r>
              <a:rPr lang="en-US" altLang="zh-CN" dirty="0">
                <a:solidFill>
                  <a:srgbClr val="1369B2"/>
                </a:solidFill>
                <a:latin typeface="微软雅黑" panose="020B0503020204020204" pitchFamily="34" charset="-122"/>
                <a:ea typeface="微软雅黑" panose="020B0503020204020204" pitchFamily="34" charset="-122"/>
                <a:sym typeface="+mn-lt"/>
              </a:rPr>
              <a:t>IoC container within the Spring framework</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The main IoC containers in Spring are </a:t>
            </a:r>
            <a:r>
              <a:rPr lang="en-US" altLang="zh-CN" dirty="0" err="1">
                <a:solidFill>
                  <a:srgbClr val="1369B2"/>
                </a:solidFill>
                <a:latin typeface="微软雅黑" panose="020B0503020204020204" pitchFamily="34" charset="-122"/>
                <a:ea typeface="微软雅黑" panose="020B0503020204020204" pitchFamily="34" charset="-122"/>
                <a:sym typeface="+mn-lt"/>
              </a:rPr>
              <a:t>BeanFactory</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and </a:t>
            </a:r>
            <a:r>
              <a:rPr lang="en-US" altLang="zh-CN" dirty="0" err="1">
                <a:solidFill>
                  <a:srgbClr val="1369B2"/>
                </a:solidFill>
                <a:latin typeface="微软雅黑" panose="020B0503020204020204" pitchFamily="34" charset="-122"/>
                <a:ea typeface="微软雅黑" panose="020B0503020204020204" pitchFamily="34" charset="-122"/>
                <a:sym typeface="+mn-lt"/>
              </a:rPr>
              <a:t>ApplicationContext</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These IoC containers are responsible for </a:t>
            </a:r>
            <a:r>
              <a:rPr lang="en-US" altLang="zh-CN" dirty="0">
                <a:solidFill>
                  <a:srgbClr val="1369B2"/>
                </a:solidFill>
                <a:latin typeface="微软雅黑" panose="020B0503020204020204" pitchFamily="34" charset="-122"/>
                <a:ea typeface="微软雅黑" panose="020B0503020204020204" pitchFamily="34" charset="-122"/>
                <a:sym typeface="+mn-lt"/>
              </a:rPr>
              <a:t>object instantiation, assembly (wiring), configuration, and management.</a:t>
            </a:r>
          </a:p>
        </p:txBody>
      </p:sp>
      <p:sp>
        <p:nvSpPr>
          <p:cNvPr id="6" name="原创设计师QQ598969553          _7">
            <a:extLst>
              <a:ext uri="{FF2B5EF4-FFF2-40B4-BE49-F238E27FC236}">
                <a16:creationId xmlns:a16="http://schemas.microsoft.com/office/drawing/2014/main" id="{1D1CEF7B-5743-20E2-0750-4173789DC07F}"/>
              </a:ext>
            </a:extLst>
          </p:cNvPr>
          <p:cNvSpPr txBox="1"/>
          <p:nvPr>
            <p:custDataLst>
              <p:tags r:id="rId3"/>
            </p:custDataLst>
          </p:nvPr>
        </p:nvSpPr>
        <p:spPr>
          <a:xfrm>
            <a:off x="3984625" y="197993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IoC</a:t>
            </a:r>
          </a:p>
        </p:txBody>
      </p:sp>
      <p:sp>
        <p:nvSpPr>
          <p:cNvPr id="7" name="文本框 6">
            <a:extLst>
              <a:ext uri="{FF2B5EF4-FFF2-40B4-BE49-F238E27FC236}">
                <a16:creationId xmlns:a16="http://schemas.microsoft.com/office/drawing/2014/main" id="{F863F15F-227F-1A60-8F2F-76A7699FF184}"/>
              </a:ext>
            </a:extLst>
          </p:cNvPr>
          <p:cNvSpPr txBox="1"/>
          <p:nvPr>
            <p:custDataLst>
              <p:tags r:id="rId4"/>
            </p:custDataLst>
          </p:nvPr>
        </p:nvSpPr>
        <p:spPr>
          <a:xfrm>
            <a:off x="1055051" y="1124585"/>
            <a:ext cx="5763191" cy="499624"/>
          </a:xfrm>
          <a:prstGeom prst="rect">
            <a:avLst/>
          </a:prstGeom>
          <a:noFill/>
          <a:ln w="9525">
            <a:noFill/>
          </a:ln>
        </p:spPr>
        <p:txBody>
          <a:bodyPr wrap="square">
            <a:spAutoFit/>
          </a:bodyPr>
          <a:lstStyle/>
          <a:p>
            <a:pPr>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rPr>
              <a:t>Core Concepts of the Spring Framework</a:t>
            </a:r>
          </a:p>
        </p:txBody>
      </p:sp>
      <p:sp>
        <p:nvSpPr>
          <p:cNvPr id="8" name="原创设计师QQ598969553          _6">
            <a:extLst>
              <a:ext uri="{FF2B5EF4-FFF2-40B4-BE49-F238E27FC236}">
                <a16:creationId xmlns:a16="http://schemas.microsoft.com/office/drawing/2014/main" id="{492C1AF2-9768-F3DA-1382-AF10D1099DBD}"/>
              </a:ext>
            </a:extLst>
          </p:cNvPr>
          <p:cNvSpPr/>
          <p:nvPr>
            <p:custDataLst>
              <p:tags r:id="rId5"/>
            </p:custDataLst>
          </p:nvPr>
        </p:nvSpPr>
        <p:spPr>
          <a:xfrm>
            <a:off x="3984625" y="1930400"/>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9" name="原创设计师QQ598969553          _7">
            <a:extLst>
              <a:ext uri="{FF2B5EF4-FFF2-40B4-BE49-F238E27FC236}">
                <a16:creationId xmlns:a16="http://schemas.microsoft.com/office/drawing/2014/main" id="{D7A6D5A9-B7B7-EFD5-8952-2F8633E02A7D}"/>
              </a:ext>
            </a:extLst>
          </p:cNvPr>
          <p:cNvSpPr txBox="1"/>
          <p:nvPr>
            <p:custDataLst>
              <p:tags r:id="rId6"/>
            </p:custDataLst>
          </p:nvPr>
        </p:nvSpPr>
        <p:spPr>
          <a:xfrm>
            <a:off x="4103052" y="196596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IoC</a:t>
            </a:r>
          </a:p>
        </p:txBody>
      </p:sp>
      <p:sp>
        <p:nvSpPr>
          <p:cNvPr id="12" name="标题 1">
            <a:extLst>
              <a:ext uri="{FF2B5EF4-FFF2-40B4-BE49-F238E27FC236}">
                <a16:creationId xmlns:a16="http://schemas.microsoft.com/office/drawing/2014/main" id="{8BD01E58-413F-9052-4D27-3F465135EACB}"/>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49487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5CE30-7C87-77C7-956F-566DA77F3D8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B320F84-A0E9-2545-E430-12809D6EA221}"/>
              </a:ext>
            </a:extLst>
          </p:cNvPr>
          <p:cNvSpPr>
            <a:spLocks noGrp="1"/>
          </p:cNvSpPr>
          <p:nvPr>
            <p:ph type="sldNum" sz="quarter" idx="12"/>
          </p:nvPr>
        </p:nvSpPr>
        <p:spPr/>
        <p:txBody>
          <a:bodyPr/>
          <a:lstStyle/>
          <a:p>
            <a:fld id="{5DD3DB80-B894-403A-B48E-6FDC1A72010E}" type="slidenum">
              <a:rPr lang="zh-CN" altLang="en-US" smtClean="0"/>
              <a:pPr/>
              <a:t>26</a:t>
            </a:fld>
            <a:endParaRPr lang="zh-CN" altLang="en-US"/>
          </a:p>
        </p:txBody>
      </p:sp>
      <p:sp>
        <p:nvSpPr>
          <p:cNvPr id="3" name="原创设计师QQ598969553          _3">
            <a:extLst>
              <a:ext uri="{FF2B5EF4-FFF2-40B4-BE49-F238E27FC236}">
                <a16:creationId xmlns:a16="http://schemas.microsoft.com/office/drawing/2014/main" id="{AA629B67-8193-89AF-3236-652ED9FA96C9}"/>
              </a:ext>
            </a:extLst>
          </p:cNvPr>
          <p:cNvSpPr/>
          <p:nvPr>
            <p:custDataLst>
              <p:tags r:id="rId1"/>
            </p:custDataLst>
          </p:nvPr>
        </p:nvSpPr>
        <p:spPr>
          <a:xfrm>
            <a:off x="1002665" y="2164080"/>
            <a:ext cx="10163810" cy="343598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原创设计师QQ598969553          _4">
            <a:extLst>
              <a:ext uri="{FF2B5EF4-FFF2-40B4-BE49-F238E27FC236}">
                <a16:creationId xmlns:a16="http://schemas.microsoft.com/office/drawing/2014/main" id="{4BC16811-E180-8D28-935B-B2E41AA411CB}"/>
              </a:ext>
            </a:extLst>
          </p:cNvPr>
          <p:cNvSpPr/>
          <p:nvPr>
            <p:custDataLst>
              <p:tags r:id="rId2"/>
            </p:custDataLst>
          </p:nvPr>
        </p:nvSpPr>
        <p:spPr>
          <a:xfrm>
            <a:off x="1290954" y="2442210"/>
            <a:ext cx="9486265" cy="3435985"/>
          </a:xfrm>
          <a:prstGeom prst="rect">
            <a:avLst/>
          </a:prstGeom>
        </p:spPr>
        <p:txBody>
          <a:bodyPr wrap="square">
            <a:noAutofit/>
          </a:bodyPr>
          <a:lstStyle/>
          <a:p>
            <a:pPr algn="just">
              <a:lnSpc>
                <a:spcPct val="150000"/>
              </a:lnSpc>
              <a:buClrTx/>
              <a:buSzTx/>
              <a:buFontTx/>
            </a:pPr>
            <a:r>
              <a:rPr lang="en-US" altLang="zh-CN" dirty="0">
                <a:solidFill>
                  <a:srgbClr val="1369B2"/>
                </a:solidFill>
                <a:latin typeface="微软雅黑" panose="020B0503020204020204" pitchFamily="34" charset="-122"/>
                <a:ea typeface="微软雅黑" panose="020B0503020204020204" pitchFamily="34" charset="-122"/>
                <a:sym typeface="+mn-lt"/>
              </a:rPr>
              <a:t>DI</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(Dependency Injection) is an implementation approach of IoC. </a:t>
            </a:r>
            <a:r>
              <a:rPr lang="en-US" altLang="zh-CN" dirty="0">
                <a:solidFill>
                  <a:srgbClr val="1369B2"/>
                </a:solidFill>
                <a:latin typeface="微软雅黑" panose="020B0503020204020204" pitchFamily="34" charset="-122"/>
                <a:ea typeface="微软雅黑" panose="020B0503020204020204" pitchFamily="34" charset="-122"/>
                <a:sym typeface="+mn-lt"/>
              </a:rPr>
              <a:t>It injects the required dependencies into an object during its creation through external configuration (such as the IoC container)</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rather than letting the object create and manage these dependencies internally.</a:t>
            </a:r>
          </a:p>
          <a:p>
            <a:pPr algn="just">
              <a:lnSpc>
                <a:spcPct val="150000"/>
              </a:lnSpc>
              <a:buClrTx/>
              <a:buSzTx/>
              <a:buFontTx/>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Dependency Injection can be implemented in various ways, such as through </a:t>
            </a:r>
            <a:r>
              <a:rPr lang="en-US" altLang="zh-CN" dirty="0">
                <a:solidFill>
                  <a:srgbClr val="1369B2"/>
                </a:solidFill>
                <a:latin typeface="微软雅黑" panose="020B0503020204020204" pitchFamily="34" charset="-122"/>
                <a:ea typeface="微软雅黑" panose="020B0503020204020204" pitchFamily="34" charset="-122"/>
                <a:sym typeface="+mn-lt"/>
              </a:rPr>
              <a:t>constructors, setter methods, or interfaces. </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This approach improves the testability, maintainability, and reusability of the code.</a:t>
            </a:r>
          </a:p>
        </p:txBody>
      </p:sp>
      <p:sp>
        <p:nvSpPr>
          <p:cNvPr id="6" name="原创设计师QQ598969553          _6">
            <a:extLst>
              <a:ext uri="{FF2B5EF4-FFF2-40B4-BE49-F238E27FC236}">
                <a16:creationId xmlns:a16="http://schemas.microsoft.com/office/drawing/2014/main" id="{6A12B88A-4F29-CDC1-C49D-C292F0BDBC8F}"/>
              </a:ext>
            </a:extLst>
          </p:cNvPr>
          <p:cNvSpPr/>
          <p:nvPr>
            <p:custDataLst>
              <p:tags r:id="rId3"/>
            </p:custDataLst>
          </p:nvPr>
        </p:nvSpPr>
        <p:spPr>
          <a:xfrm>
            <a:off x="3984625" y="1930400"/>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7" name="原创设计师QQ598969553          _7">
            <a:extLst>
              <a:ext uri="{FF2B5EF4-FFF2-40B4-BE49-F238E27FC236}">
                <a16:creationId xmlns:a16="http://schemas.microsoft.com/office/drawing/2014/main" id="{00D3E75E-EAB0-4DE7-6D3C-0493C4F2DC24}"/>
              </a:ext>
            </a:extLst>
          </p:cNvPr>
          <p:cNvSpPr txBox="1"/>
          <p:nvPr>
            <p:custDataLst>
              <p:tags r:id="rId4"/>
            </p:custDataLst>
          </p:nvPr>
        </p:nvSpPr>
        <p:spPr>
          <a:xfrm>
            <a:off x="3984625" y="197993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DI</a:t>
            </a:r>
          </a:p>
        </p:txBody>
      </p:sp>
      <p:sp>
        <p:nvSpPr>
          <p:cNvPr id="10" name="标题 1">
            <a:extLst>
              <a:ext uri="{FF2B5EF4-FFF2-40B4-BE49-F238E27FC236}">
                <a16:creationId xmlns:a16="http://schemas.microsoft.com/office/drawing/2014/main" id="{4BE1813E-C6EA-F0CF-0915-54BE79C50AB9}"/>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508977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B77A7-7173-8042-4B8A-CC4993FA3E1A}"/>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50F2198-6C7F-0BC6-6D94-5C633FA27771}"/>
              </a:ext>
            </a:extLst>
          </p:cNvPr>
          <p:cNvSpPr>
            <a:spLocks noGrp="1"/>
          </p:cNvSpPr>
          <p:nvPr>
            <p:ph type="sldNum" sz="quarter" idx="12"/>
          </p:nvPr>
        </p:nvSpPr>
        <p:spPr/>
        <p:txBody>
          <a:bodyPr/>
          <a:lstStyle/>
          <a:p>
            <a:fld id="{5DD3DB80-B894-403A-B48E-6FDC1A72010E}" type="slidenum">
              <a:rPr lang="zh-CN" altLang="en-US" smtClean="0"/>
              <a:pPr/>
              <a:t>27</a:t>
            </a:fld>
            <a:endParaRPr lang="zh-CN" altLang="en-US"/>
          </a:p>
        </p:txBody>
      </p:sp>
      <p:sp>
        <p:nvSpPr>
          <p:cNvPr id="3" name="原创设计师QQ598969553          _3">
            <a:extLst>
              <a:ext uri="{FF2B5EF4-FFF2-40B4-BE49-F238E27FC236}">
                <a16:creationId xmlns:a16="http://schemas.microsoft.com/office/drawing/2014/main" id="{A23E18AF-59DB-33C4-7FA5-377E15F78285}"/>
              </a:ext>
            </a:extLst>
          </p:cNvPr>
          <p:cNvSpPr/>
          <p:nvPr>
            <p:custDataLst>
              <p:tags r:id="rId1"/>
            </p:custDataLst>
          </p:nvPr>
        </p:nvSpPr>
        <p:spPr>
          <a:xfrm>
            <a:off x="1002665" y="2164080"/>
            <a:ext cx="10163810" cy="407638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原创设计师QQ598969553          _4">
            <a:extLst>
              <a:ext uri="{FF2B5EF4-FFF2-40B4-BE49-F238E27FC236}">
                <a16:creationId xmlns:a16="http://schemas.microsoft.com/office/drawing/2014/main" id="{2AB3FA24-EA4C-8AD1-5957-8F7829325372}"/>
              </a:ext>
            </a:extLst>
          </p:cNvPr>
          <p:cNvSpPr/>
          <p:nvPr>
            <p:custDataLst>
              <p:tags r:id="rId2"/>
            </p:custDataLst>
          </p:nvPr>
        </p:nvSpPr>
        <p:spPr>
          <a:xfrm>
            <a:off x="1336040" y="2555240"/>
            <a:ext cx="9486265" cy="2539365"/>
          </a:xfrm>
          <a:prstGeom prst="rect">
            <a:avLst/>
          </a:prstGeom>
        </p:spPr>
        <p:txBody>
          <a:bodyPr wrap="square">
            <a:noAutofit/>
          </a:bodyPr>
          <a:lstStyle/>
          <a:p>
            <a:pPr algn="just">
              <a:lnSpc>
                <a:spcPct val="150000"/>
              </a:lnSpc>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In the Spring framework, a </a:t>
            </a:r>
            <a:r>
              <a:rPr lang="en-US" altLang="zh-CN" dirty="0">
                <a:solidFill>
                  <a:srgbClr val="1369B2"/>
                </a:solidFill>
                <a:latin typeface="微软雅黑" panose="020B0503020204020204" pitchFamily="34" charset="-122"/>
                <a:ea typeface="微软雅黑" panose="020B0503020204020204" pitchFamily="34" charset="-122"/>
                <a:sym typeface="+mn-lt"/>
              </a:rPr>
              <a:t>Bean</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 refers to an object instance managed by the </a:t>
            </a:r>
            <a:r>
              <a:rPr lang="en-US" altLang="zh-CN" dirty="0">
                <a:solidFill>
                  <a:srgbClr val="1369B2"/>
                </a:solidFill>
                <a:latin typeface="微软雅黑" panose="020B0503020204020204" pitchFamily="34" charset="-122"/>
                <a:ea typeface="微软雅黑" panose="020B0503020204020204" pitchFamily="34" charset="-122"/>
                <a:sym typeface="+mn-lt"/>
              </a:rPr>
              <a:t>Spring container. </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Beans are created and managed by Spring’s IoC container.</a:t>
            </a:r>
          </a:p>
          <a:p>
            <a:pPr algn="just">
              <a:lnSpc>
                <a:spcPct val="150000"/>
              </a:lnSpc>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Developers can define a Bean’s properties and dependencies in configuration files or configuration classes. The IoC container instantiates the Bean based on the configuration information and registers it in the container for management.</a:t>
            </a:r>
          </a:p>
          <a:p>
            <a:pPr algn="just">
              <a:lnSpc>
                <a:spcPct val="150000"/>
              </a:lnSpc>
            </a:pPr>
            <a:r>
              <a:rPr lang="en-US" altLang="zh-CN" dirty="0">
                <a:solidFill>
                  <a:srgbClr val="595959"/>
                </a:solidFill>
                <a:latin typeface="微软雅黑" panose="020B0503020204020204" pitchFamily="34" charset="-122"/>
                <a:ea typeface="微软雅黑" panose="020B0503020204020204" pitchFamily="34" charset="-122"/>
                <a:cs typeface="+mn-ea"/>
                <a:sym typeface="+mn-lt"/>
              </a:rPr>
              <a:t>Through the definition and configuration of Beans, </a:t>
            </a:r>
            <a:r>
              <a:rPr lang="en-US" altLang="zh-CN" dirty="0">
                <a:solidFill>
                  <a:srgbClr val="1369B2"/>
                </a:solidFill>
                <a:latin typeface="微软雅黑" panose="020B0503020204020204" pitchFamily="34" charset="-122"/>
                <a:ea typeface="微软雅黑" panose="020B0503020204020204" pitchFamily="34" charset="-122"/>
                <a:sym typeface="+mn-lt"/>
              </a:rPr>
              <a:t>Spring enables Inversion of Control (IoC) and Dependency Injection (DI), thereby achieving loosely coupled, component-based development.</a:t>
            </a:r>
          </a:p>
        </p:txBody>
      </p:sp>
      <p:sp>
        <p:nvSpPr>
          <p:cNvPr id="6" name="原创设计师QQ598969553          _6">
            <a:extLst>
              <a:ext uri="{FF2B5EF4-FFF2-40B4-BE49-F238E27FC236}">
                <a16:creationId xmlns:a16="http://schemas.microsoft.com/office/drawing/2014/main" id="{0B1214BC-ECAE-87D7-CA8A-779FF1D3E3E6}"/>
              </a:ext>
            </a:extLst>
          </p:cNvPr>
          <p:cNvSpPr/>
          <p:nvPr>
            <p:custDataLst>
              <p:tags r:id="rId3"/>
            </p:custDataLst>
          </p:nvPr>
        </p:nvSpPr>
        <p:spPr>
          <a:xfrm>
            <a:off x="3984625" y="1930400"/>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7" name="原创设计师QQ598969553          _7">
            <a:extLst>
              <a:ext uri="{FF2B5EF4-FFF2-40B4-BE49-F238E27FC236}">
                <a16:creationId xmlns:a16="http://schemas.microsoft.com/office/drawing/2014/main" id="{936774DB-69EE-38C6-E1EF-90CB8782A0A3}"/>
              </a:ext>
            </a:extLst>
          </p:cNvPr>
          <p:cNvSpPr txBox="1"/>
          <p:nvPr>
            <p:custDataLst>
              <p:tags r:id="rId4"/>
            </p:custDataLst>
          </p:nvPr>
        </p:nvSpPr>
        <p:spPr>
          <a:xfrm>
            <a:off x="3984625" y="1979930"/>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Bean</a:t>
            </a:r>
          </a:p>
        </p:txBody>
      </p:sp>
      <p:sp>
        <p:nvSpPr>
          <p:cNvPr id="10" name="标题 1">
            <a:extLst>
              <a:ext uri="{FF2B5EF4-FFF2-40B4-BE49-F238E27FC236}">
                <a16:creationId xmlns:a16="http://schemas.microsoft.com/office/drawing/2014/main" id="{38D2C3D6-0169-A221-2E60-94D508F46355}"/>
              </a:ext>
            </a:extLst>
          </p:cNvPr>
          <p:cNvSpPr>
            <a:spLocks noGrp="1"/>
          </p:cNvSpPr>
          <p:nvPr>
            <p:ph type="title"/>
          </p:nvPr>
        </p:nvSpPr>
        <p:spPr>
          <a:xfrm>
            <a:off x="669924" y="1"/>
            <a:ext cx="11522076" cy="1028699"/>
          </a:xfrm>
        </p:spPr>
        <p:txBody>
          <a:bodyPr/>
          <a:lstStyle/>
          <a:p>
            <a:r>
              <a:rPr lang="en-US" altLang="zh-CN" dirty="0">
                <a:solidFill>
                  <a:srgbClr val="595959"/>
                </a:solidFill>
                <a:latin typeface="微软雅黑" panose="020B0503020204020204" pitchFamily="34" charset="-122"/>
                <a:ea typeface="微软雅黑" panose="020B0503020204020204" pitchFamily="34" charset="-122"/>
                <a:cs typeface="+mn-ea"/>
                <a:sym typeface="+mn-lt"/>
              </a:rPr>
              <a:t>1.2.2 Architecture and Core Concepts of the Spring Framework</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297037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1104-E815-E0BE-B451-03D23DB286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406F18-2826-F6E7-EAE2-B7089AEF6939}"/>
              </a:ext>
            </a:extLst>
          </p:cNvPr>
          <p:cNvSpPr>
            <a:spLocks noGrp="1"/>
          </p:cNvSpPr>
          <p:nvPr>
            <p:ph type="title"/>
          </p:nvPr>
        </p:nvSpPr>
        <p:spPr>
          <a:xfrm>
            <a:off x="1926771" y="435429"/>
            <a:ext cx="8784771" cy="3940629"/>
          </a:xfrm>
        </p:spPr>
        <p:txBody>
          <a:bodyPr>
            <a:normAutofit/>
          </a:bodyPr>
          <a:lstStyle/>
          <a:p>
            <a:pPr>
              <a:lnSpc>
                <a:spcPct val="150000"/>
              </a:lnSpc>
            </a:pPr>
            <a:r>
              <a:rPr lang="en-US" sz="4800" dirty="0"/>
              <a:t>1.3 Spring Getting Started Program</a:t>
            </a:r>
          </a:p>
        </p:txBody>
      </p:sp>
    </p:spTree>
    <p:extLst>
      <p:ext uri="{BB962C8B-B14F-4D97-AF65-F5344CB8AC3E}">
        <p14:creationId xmlns:p14="http://schemas.microsoft.com/office/powerpoint/2010/main" val="1268250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6E312-FDC7-9D94-EC9F-734F4E4867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54F87C-7784-55BB-F2FC-0389300B7699}"/>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6E118E15-D080-4BD8-0711-4549955BACD0}"/>
              </a:ext>
            </a:extLst>
          </p:cNvPr>
          <p:cNvSpPr>
            <a:spLocks noGrp="1"/>
          </p:cNvSpPr>
          <p:nvPr>
            <p:ph type="sldNum" sz="quarter" idx="12"/>
          </p:nvPr>
        </p:nvSpPr>
        <p:spPr/>
        <p:txBody>
          <a:bodyPr/>
          <a:lstStyle/>
          <a:p>
            <a:fld id="{5DD3DB80-B894-403A-B48E-6FDC1A72010E}" type="slidenum">
              <a:rPr lang="zh-CN" altLang="en-US" smtClean="0"/>
              <a:pPr/>
              <a:t>29</a:t>
            </a:fld>
            <a:endParaRPr lang="zh-CN" altLang="en-US"/>
          </a:p>
        </p:txBody>
      </p:sp>
      <p:pic>
        <p:nvPicPr>
          <p:cNvPr id="3" name="图片 2">
            <a:extLst>
              <a:ext uri="{FF2B5EF4-FFF2-40B4-BE49-F238E27FC236}">
                <a16:creationId xmlns:a16="http://schemas.microsoft.com/office/drawing/2014/main" id="{C5853D4C-7CD6-8E57-51E0-DA268C64F6CC}"/>
              </a:ext>
            </a:extLst>
          </p:cNvPr>
          <p:cNvPicPr>
            <a:picLocks noChangeAspect="1"/>
          </p:cNvPicPr>
          <p:nvPr>
            <p:custDataLst>
              <p:tags r:id="rId1"/>
            </p:custDataLst>
          </p:nvPr>
        </p:nvPicPr>
        <p:blipFill>
          <a:blip r:embed="rId5"/>
          <a:stretch>
            <a:fillRect/>
          </a:stretch>
        </p:blipFill>
        <p:spPr>
          <a:xfrm>
            <a:off x="944855" y="2215827"/>
            <a:ext cx="2797737" cy="3896754"/>
          </a:xfrm>
          <a:prstGeom prst="rect">
            <a:avLst/>
          </a:prstGeom>
        </p:spPr>
      </p:pic>
      <p:sp>
        <p:nvSpPr>
          <p:cNvPr id="7" name="TextBox 35">
            <a:extLst>
              <a:ext uri="{FF2B5EF4-FFF2-40B4-BE49-F238E27FC236}">
                <a16:creationId xmlns:a16="http://schemas.microsoft.com/office/drawing/2014/main" id="{D94FB158-8F99-6758-848E-F44B5696536D}"/>
              </a:ext>
            </a:extLst>
          </p:cNvPr>
          <p:cNvSpPr txBox="1">
            <a:spLocks noChangeArrowheads="1"/>
          </p:cNvSpPr>
          <p:nvPr>
            <p:custDataLst>
              <p:tags r:id="rId2"/>
            </p:custDataLst>
          </p:nvPr>
        </p:nvSpPr>
        <p:spPr bwMode="auto">
          <a:xfrm>
            <a:off x="4560983" y="2961410"/>
            <a:ext cx="5982159" cy="185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en-US" altLang="zh-CN" sz="24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Spring getting started program and be able to implement Inversion of Control (IoC) in a project using the Spring framework.</a:t>
            </a:r>
            <a:endParaRPr lang="zh-CN" altLang="en-US" sz="2400" dirty="0">
              <a:solidFill>
                <a:schemeClr val="accent1"/>
              </a:solidFill>
              <a:latin typeface="微软雅黑" panose="020B0503020204020204" pitchFamily="34" charset="-122"/>
              <a:ea typeface="微软雅黑" panose="020B0503020204020204" pitchFamily="34" charset="-122"/>
              <a:cs typeface="+mn-ea"/>
            </a:endParaRPr>
          </a:p>
        </p:txBody>
      </p:sp>
      <p:sp>
        <p:nvSpPr>
          <p:cNvPr id="8" name="椭圆形标注 7">
            <a:extLst>
              <a:ext uri="{FF2B5EF4-FFF2-40B4-BE49-F238E27FC236}">
                <a16:creationId xmlns:a16="http://schemas.microsoft.com/office/drawing/2014/main" id="{F8E2CA4B-B5FD-9027-5FC7-C3E341FBEB2F}"/>
              </a:ext>
            </a:extLst>
          </p:cNvPr>
          <p:cNvSpPr/>
          <p:nvPr>
            <p:custDataLst>
              <p:tags r:id="rId3"/>
            </p:custDataLst>
          </p:nvPr>
        </p:nvSpPr>
        <p:spPr>
          <a:xfrm>
            <a:off x="3120947" y="17131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Let’s set a small goal first! </a:t>
            </a:r>
          </a:p>
        </p:txBody>
      </p:sp>
    </p:spTree>
    <p:extLst>
      <p:ext uri="{BB962C8B-B14F-4D97-AF65-F5344CB8AC3E}">
        <p14:creationId xmlns:p14="http://schemas.microsoft.com/office/powerpoint/2010/main" val="1311252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03E68-47FE-49D9-3585-BFFF42BA1B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0AAF48-8A76-2F20-BD0E-5D6EAD3DA467}"/>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54452D42-B7E8-AA3F-49C9-688E329D92D8}"/>
              </a:ext>
            </a:extLst>
          </p:cNvPr>
          <p:cNvSpPr>
            <a:spLocks noGrp="1"/>
          </p:cNvSpPr>
          <p:nvPr>
            <p:ph type="sldNum" sz="quarter" idx="12"/>
          </p:nvPr>
        </p:nvSpPr>
        <p:spPr/>
        <p:txBody>
          <a:bodyPr/>
          <a:lstStyle/>
          <a:p>
            <a:fld id="{5DD3DB80-B894-403A-B48E-6FDC1A72010E}" type="slidenum">
              <a:rPr lang="zh-CN" altLang="en-US" smtClean="0"/>
              <a:pPr/>
              <a:t>30</a:t>
            </a:fld>
            <a:endParaRPr lang="zh-CN" altLang="en-US"/>
          </a:p>
        </p:txBody>
      </p:sp>
      <p:grpSp>
        <p:nvGrpSpPr>
          <p:cNvPr id="3" name="组合 2">
            <a:extLst>
              <a:ext uri="{FF2B5EF4-FFF2-40B4-BE49-F238E27FC236}">
                <a16:creationId xmlns:a16="http://schemas.microsoft.com/office/drawing/2014/main" id="{19B21620-2CA6-AD61-A036-DEF18ED92FAF}"/>
              </a:ext>
            </a:extLst>
          </p:cNvPr>
          <p:cNvGrpSpPr/>
          <p:nvPr/>
        </p:nvGrpSpPr>
        <p:grpSpPr>
          <a:xfrm>
            <a:off x="866914" y="1105894"/>
            <a:ext cx="5563704" cy="476905"/>
            <a:chOff x="852276" y="1797999"/>
            <a:chExt cx="2780020" cy="476905"/>
          </a:xfrm>
        </p:grpSpPr>
        <p:sp>
          <p:nvSpPr>
            <p:cNvPr id="5" name="矩形: 圆角 6">
              <a:extLst>
                <a:ext uri="{FF2B5EF4-FFF2-40B4-BE49-F238E27FC236}">
                  <a16:creationId xmlns:a16="http://schemas.microsoft.com/office/drawing/2014/main" id="{3A4BD8C2-1572-C072-274B-023A6FF0BDF1}"/>
                </a:ext>
              </a:extLst>
            </p:cNvPr>
            <p:cNvSpPr/>
            <p:nvPr>
              <p:custDataLst>
                <p:tags r:id="rId7"/>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a:extLst>
                <a:ext uri="{FF2B5EF4-FFF2-40B4-BE49-F238E27FC236}">
                  <a16:creationId xmlns:a16="http://schemas.microsoft.com/office/drawing/2014/main" id="{96CE1B87-153B-E378-E738-CD96BE61FBD9}"/>
                </a:ext>
              </a:extLst>
            </p:cNvPr>
            <p:cNvSpPr txBox="1"/>
            <p:nvPr>
              <p:custDataLst>
                <p:tags r:id="rId8"/>
              </p:custDataLst>
            </p:nvPr>
          </p:nvSpPr>
          <p:spPr>
            <a:xfrm>
              <a:off x="852276" y="1797999"/>
              <a:ext cx="2767965" cy="408638"/>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（1）</a:t>
              </a:r>
              <a:r>
                <a:rPr lang="en-US" sz="1700" dirty="0">
                  <a:latin typeface="Arial" panose="020B0604020202020204" pitchFamily="34" charset="0"/>
                  <a:ea typeface="思源黑体 CN Normal" panose="020B0400000000000000" pitchFamily="34" charset="-122"/>
                  <a:sym typeface="Arial" panose="020B0604020202020204" pitchFamily="34" charset="0"/>
                </a:rPr>
                <a:t>Create a Project and Import Dependencies</a:t>
              </a:r>
              <a:endParaRPr sz="17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7" name="图片 6" descr="图片包含 形状&#10;&#10;描述已自动生成">
            <a:extLst>
              <a:ext uri="{FF2B5EF4-FFF2-40B4-BE49-F238E27FC236}">
                <a16:creationId xmlns:a16="http://schemas.microsoft.com/office/drawing/2014/main" id="{5DE0D8F9-FEE7-3522-3580-79B91E3BEB84}"/>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8" name="组合 7">
            <a:extLst>
              <a:ext uri="{FF2B5EF4-FFF2-40B4-BE49-F238E27FC236}">
                <a16:creationId xmlns:a16="http://schemas.microsoft.com/office/drawing/2014/main" id="{DE83550D-D4D4-FCE5-307D-81EF633FBBC7}"/>
              </a:ext>
            </a:extLst>
          </p:cNvPr>
          <p:cNvGrpSpPr/>
          <p:nvPr/>
        </p:nvGrpSpPr>
        <p:grpSpPr>
          <a:xfrm>
            <a:off x="5388978" y="3373232"/>
            <a:ext cx="4098250" cy="2542123"/>
            <a:chOff x="5478588" y="3498327"/>
            <a:chExt cx="4098250" cy="2542123"/>
          </a:xfrm>
        </p:grpSpPr>
        <p:grpSp>
          <p:nvGrpSpPr>
            <p:cNvPr id="9" name="组合 8">
              <a:extLst>
                <a:ext uri="{FF2B5EF4-FFF2-40B4-BE49-F238E27FC236}">
                  <a16:creationId xmlns:a16="http://schemas.microsoft.com/office/drawing/2014/main" id="{40AD8BFF-0B99-5511-6FF8-10ADBCCC3245}"/>
                </a:ext>
              </a:extLst>
            </p:cNvPr>
            <p:cNvGrpSpPr/>
            <p:nvPr/>
          </p:nvGrpSpPr>
          <p:grpSpPr>
            <a:xfrm>
              <a:off x="5478588" y="3498327"/>
              <a:ext cx="4073003" cy="2163715"/>
              <a:chOff x="5478588" y="3498327"/>
              <a:chExt cx="4073003" cy="2163715"/>
            </a:xfrm>
          </p:grpSpPr>
          <p:sp>
            <p:nvSpPr>
              <p:cNvPr id="11" name="文本框 10">
                <a:extLst>
                  <a:ext uri="{FF2B5EF4-FFF2-40B4-BE49-F238E27FC236}">
                    <a16:creationId xmlns:a16="http://schemas.microsoft.com/office/drawing/2014/main" id="{052183C2-B3FD-FC55-CB8D-22604B1AB2AA}"/>
                  </a:ext>
                </a:extLst>
              </p:cNvPr>
              <p:cNvSpPr txBox="1"/>
              <p:nvPr>
                <p:custDataLst>
                  <p:tags r:id="rId4"/>
                </p:custDataLst>
              </p:nvPr>
            </p:nvSpPr>
            <p:spPr>
              <a:xfrm>
                <a:off x="5827203" y="4245722"/>
                <a:ext cx="3421380" cy="874407"/>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en-US" sz="1800" dirty="0"/>
                  <a:t>File</a:t>
                </a:r>
                <a:r>
                  <a:rPr sz="1800" dirty="0">
                    <a:sym typeface="+mn-ea"/>
                  </a:rPr>
                  <a:t>1-1</a:t>
                </a:r>
              </a:p>
              <a:p>
                <a:pPr algn="ctr"/>
                <a:r>
                  <a:rPr sz="1800" dirty="0">
                    <a:sym typeface="+mn-ea"/>
                    <a:hlinkClick r:id="rId12"/>
                  </a:rPr>
                  <a:t>pom.xml</a:t>
                </a:r>
                <a:endParaRPr sz="1800" dirty="0">
                  <a:sym typeface="+mn-ea"/>
                </a:endParaRPr>
              </a:p>
            </p:txBody>
          </p:sp>
          <p:sp>
            <p:nvSpPr>
              <p:cNvPr id="12" name="圆角矩形 16">
                <a:extLst>
                  <a:ext uri="{FF2B5EF4-FFF2-40B4-BE49-F238E27FC236}">
                    <a16:creationId xmlns:a16="http://schemas.microsoft.com/office/drawing/2014/main" id="{83C11378-EE9E-FA82-1B8D-BD04090B01EA}"/>
                  </a:ext>
                </a:extLst>
              </p:cNvPr>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45559B26-1E6E-A34E-1225-8915448A2B26}"/>
                  </a:ext>
                </a:extLst>
              </p:cNvPr>
              <p:cNvSpPr txBox="1"/>
              <p:nvPr>
                <p:custDataLst>
                  <p:tags r:id="rId6"/>
                </p:custDataLst>
              </p:nvPr>
            </p:nvSpPr>
            <p:spPr>
              <a:xfrm>
                <a:off x="5478588" y="3498327"/>
                <a:ext cx="4073002" cy="369332"/>
              </a:xfrm>
              <a:prstGeom prst="rect">
                <a:avLst/>
              </a:prstGeom>
              <a:solidFill>
                <a:srgbClr val="363736"/>
              </a:solidFill>
            </p:spPr>
            <p:txBody>
              <a:bodyPr wrap="square" rtlCol="0">
                <a:spAutoFit/>
              </a:bodyPr>
              <a:lstStyle/>
              <a:p>
                <a:pPr algn="ctr"/>
                <a:r>
                  <a:rPr kumimoji="1" lang="en-US" altLang="zh-CN" sz="1800" dirty="0">
                    <a:solidFill>
                      <a:srgbClr val="FACA42"/>
                    </a:solidFill>
                    <a:latin typeface="微软雅黑" panose="020B0503020204020204" pitchFamily="34" charset="-122"/>
                    <a:ea typeface="微软雅黑" panose="020B0503020204020204" pitchFamily="34" charset="-122"/>
                  </a:rPr>
                  <a:t>Source Code</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0" name="图形 9" descr="触控屏 纯色填充">
              <a:extLst>
                <a:ext uri="{FF2B5EF4-FFF2-40B4-BE49-F238E27FC236}">
                  <a16:creationId xmlns:a16="http://schemas.microsoft.com/office/drawing/2014/main" id="{CF2ED8AA-4F83-1E85-CF2B-C2AB5C8389AA}"/>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4" name="文本框 13">
            <a:extLst>
              <a:ext uri="{FF2B5EF4-FFF2-40B4-BE49-F238E27FC236}">
                <a16:creationId xmlns:a16="http://schemas.microsoft.com/office/drawing/2014/main" id="{098EB38B-3B5E-7B15-EDAC-C246CD51FC85}"/>
              </a:ext>
            </a:extLst>
          </p:cNvPr>
          <p:cNvSpPr txBox="1"/>
          <p:nvPr>
            <p:custDataLst>
              <p:tags r:id="rId2"/>
            </p:custDataLst>
          </p:nvPr>
        </p:nvSpPr>
        <p:spPr>
          <a:xfrm>
            <a:off x="993775" y="1883410"/>
            <a:ext cx="10295890" cy="1289905"/>
          </a:xfrm>
          <a:prstGeom prst="rect">
            <a:avLst/>
          </a:prstGeom>
          <a:noFill/>
          <a:ln w="9525">
            <a:noFill/>
          </a:ln>
        </p:spPr>
        <p:txBody>
          <a:bodyPr wrap="square">
            <a:spAutoFit/>
          </a:bodyPr>
          <a:lstStyle/>
          <a:p>
            <a:pPr algn="l">
              <a:lnSpc>
                <a:spcPct val="150000"/>
              </a:lnSpc>
              <a:buClrTx/>
              <a:buSzTx/>
              <a:buFontTx/>
            </a:pP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Maven project named chapter01 in the IDE. Since the introductory program needs to use the functions of the Spring Framework, it is necessary to add the related Spring dependencies in the pom.xml file of this project, as shown in File 1-1.</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4002145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DAE5-00B4-D40D-3B55-572161AEB6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A97D77-8448-DCF3-ED24-601109D6BE01}"/>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6738DE02-F0AC-22A3-5B07-7E279550BF3F}"/>
              </a:ext>
            </a:extLst>
          </p:cNvPr>
          <p:cNvSpPr>
            <a:spLocks noGrp="1"/>
          </p:cNvSpPr>
          <p:nvPr>
            <p:ph type="sldNum" sz="quarter" idx="12"/>
          </p:nvPr>
        </p:nvSpPr>
        <p:spPr/>
        <p:txBody>
          <a:bodyPr/>
          <a:lstStyle/>
          <a:p>
            <a:fld id="{5DD3DB80-B894-403A-B48E-6FDC1A72010E}" type="slidenum">
              <a:rPr lang="zh-CN" altLang="en-US" smtClean="0"/>
              <a:pPr/>
              <a:t>31</a:t>
            </a:fld>
            <a:endParaRPr lang="zh-CN" altLang="en-US"/>
          </a:p>
        </p:txBody>
      </p:sp>
      <p:grpSp>
        <p:nvGrpSpPr>
          <p:cNvPr id="15" name="组合 14">
            <a:extLst>
              <a:ext uri="{FF2B5EF4-FFF2-40B4-BE49-F238E27FC236}">
                <a16:creationId xmlns:a16="http://schemas.microsoft.com/office/drawing/2014/main" id="{02C86113-2974-8E3A-BE20-DB05DAA4B785}"/>
              </a:ext>
            </a:extLst>
          </p:cNvPr>
          <p:cNvGrpSpPr/>
          <p:nvPr/>
        </p:nvGrpSpPr>
        <p:grpSpPr>
          <a:xfrm>
            <a:off x="1151523" y="1121134"/>
            <a:ext cx="5845625" cy="461665"/>
            <a:chOff x="979276" y="1813239"/>
            <a:chExt cx="2653020" cy="461665"/>
          </a:xfrm>
        </p:grpSpPr>
        <p:sp>
          <p:nvSpPr>
            <p:cNvPr id="16" name="矩形: 圆角 6">
              <a:extLst>
                <a:ext uri="{FF2B5EF4-FFF2-40B4-BE49-F238E27FC236}">
                  <a16:creationId xmlns:a16="http://schemas.microsoft.com/office/drawing/2014/main" id="{F4ED4480-7986-E6B3-676B-5E3C2FE6BCCE}"/>
                </a:ext>
              </a:extLst>
            </p:cNvPr>
            <p:cNvSpPr/>
            <p:nvPr>
              <p:custDataLst>
                <p:tags r:id="rId7"/>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E40BB6D7-1B36-CD70-2C7A-8C72024614F8}"/>
                </a:ext>
              </a:extLst>
            </p:cNvPr>
            <p:cNvSpPr txBox="1"/>
            <p:nvPr>
              <p:custDataLst>
                <p:tags r:id="rId8"/>
              </p:custDataLst>
            </p:nvPr>
          </p:nvSpPr>
          <p:spPr>
            <a:xfrm>
              <a:off x="979276" y="1817097"/>
              <a:ext cx="2653020" cy="408638"/>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（2）</a:t>
              </a:r>
              <a:r>
                <a:rPr lang="en-US" sz="1700" dirty="0">
                  <a:latin typeface="Arial" panose="020B0604020202020204" pitchFamily="34" charset="0"/>
                  <a:ea typeface="思源黑体 CN Normal" panose="020B0400000000000000" pitchFamily="34" charset="-122"/>
                  <a:sym typeface="Arial" panose="020B0604020202020204" pitchFamily="34" charset="0"/>
                </a:rPr>
                <a:t>Define the Interface and Implementation Class</a:t>
              </a:r>
              <a:endParaRPr sz="17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18" name="图片 17" descr="图片包含 形状&#10;&#10;描述已自动生成">
            <a:extLst>
              <a:ext uri="{FF2B5EF4-FFF2-40B4-BE49-F238E27FC236}">
                <a16:creationId xmlns:a16="http://schemas.microsoft.com/office/drawing/2014/main" id="{FC20BA19-4897-547F-DE76-67231DE189D3}"/>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9" name="组合 18">
            <a:extLst>
              <a:ext uri="{FF2B5EF4-FFF2-40B4-BE49-F238E27FC236}">
                <a16:creationId xmlns:a16="http://schemas.microsoft.com/office/drawing/2014/main" id="{A20D0363-4D19-FEBC-BBD2-A4A585E09CD7}"/>
              </a:ext>
            </a:extLst>
          </p:cNvPr>
          <p:cNvGrpSpPr/>
          <p:nvPr/>
        </p:nvGrpSpPr>
        <p:grpSpPr>
          <a:xfrm>
            <a:off x="5388978" y="3373232"/>
            <a:ext cx="4098250" cy="2542123"/>
            <a:chOff x="5478588" y="3498327"/>
            <a:chExt cx="4098250" cy="2542123"/>
          </a:xfrm>
        </p:grpSpPr>
        <p:grpSp>
          <p:nvGrpSpPr>
            <p:cNvPr id="20" name="组合 19">
              <a:extLst>
                <a:ext uri="{FF2B5EF4-FFF2-40B4-BE49-F238E27FC236}">
                  <a16:creationId xmlns:a16="http://schemas.microsoft.com/office/drawing/2014/main" id="{70499CDB-F9AF-58FC-C114-8C3531370A66}"/>
                </a:ext>
              </a:extLst>
            </p:cNvPr>
            <p:cNvGrpSpPr/>
            <p:nvPr/>
          </p:nvGrpSpPr>
          <p:grpSpPr>
            <a:xfrm>
              <a:off x="5478588" y="3498327"/>
              <a:ext cx="4073003" cy="2163715"/>
              <a:chOff x="5478588" y="3498327"/>
              <a:chExt cx="4073003" cy="2163715"/>
            </a:xfrm>
          </p:grpSpPr>
          <p:sp>
            <p:nvSpPr>
              <p:cNvPr id="22" name="文本框 21">
                <a:extLst>
                  <a:ext uri="{FF2B5EF4-FFF2-40B4-BE49-F238E27FC236}">
                    <a16:creationId xmlns:a16="http://schemas.microsoft.com/office/drawing/2014/main" id="{03A1EF89-1E72-46A8-3CAC-28F7C1C8AB6F}"/>
                  </a:ext>
                </a:extLst>
              </p:cNvPr>
              <p:cNvSpPr txBox="1"/>
              <p:nvPr>
                <p:custDataLst>
                  <p:tags r:id="rId4"/>
                </p:custDataLst>
              </p:nvPr>
            </p:nvSpPr>
            <p:spPr>
              <a:xfrm>
                <a:off x="5827203" y="4245722"/>
                <a:ext cx="3421380" cy="874407"/>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en-US" sz="1800" dirty="0">
                    <a:sym typeface="+mn-ea"/>
                  </a:rPr>
                  <a:t>File</a:t>
                </a:r>
                <a:r>
                  <a:rPr sz="1800" dirty="0">
                    <a:sym typeface="+mn-ea"/>
                  </a:rPr>
                  <a:t>1-</a:t>
                </a:r>
                <a:r>
                  <a:rPr lang="en-US" sz="1800" dirty="0">
                    <a:sym typeface="+mn-ea"/>
                  </a:rPr>
                  <a:t>2  </a:t>
                </a:r>
                <a:r>
                  <a:rPr lang="en-US" sz="1800" dirty="0">
                    <a:sym typeface="+mn-ea"/>
                    <a:hlinkClick r:id="rId11"/>
                  </a:rPr>
                  <a:t>  </a:t>
                </a:r>
                <a:r>
                  <a:rPr sz="1800" dirty="0">
                    <a:sym typeface="+mn-ea"/>
                    <a:hlinkClick r:id="rId11"/>
                  </a:rPr>
                  <a:t>UserDao.java</a:t>
                </a:r>
                <a:endParaRPr sz="1800" dirty="0">
                  <a:sym typeface="+mn-ea"/>
                </a:endParaRPr>
              </a:p>
              <a:p>
                <a:pPr algn="ctr"/>
                <a:r>
                  <a:rPr lang="en-US" sz="1800" dirty="0">
                    <a:sym typeface="+mn-ea"/>
                  </a:rPr>
                  <a:t>File </a:t>
                </a:r>
                <a:r>
                  <a:rPr sz="1800" dirty="0">
                    <a:sym typeface="+mn-ea"/>
                  </a:rPr>
                  <a:t>1-</a:t>
                </a:r>
                <a:r>
                  <a:rPr lang="en-US" sz="1800" dirty="0">
                    <a:sym typeface="+mn-ea"/>
                  </a:rPr>
                  <a:t>3    </a:t>
                </a:r>
                <a:r>
                  <a:rPr sz="1800" dirty="0">
                    <a:sym typeface="+mn-ea"/>
                    <a:hlinkClick r:id="rId12"/>
                  </a:rPr>
                  <a:t>UserDaoImpl.java</a:t>
                </a:r>
                <a:endParaRPr sz="1800" dirty="0">
                  <a:sym typeface="+mn-ea"/>
                </a:endParaRPr>
              </a:p>
            </p:txBody>
          </p:sp>
          <p:sp>
            <p:nvSpPr>
              <p:cNvPr id="23" name="圆角矩形 16">
                <a:extLst>
                  <a:ext uri="{FF2B5EF4-FFF2-40B4-BE49-F238E27FC236}">
                    <a16:creationId xmlns:a16="http://schemas.microsoft.com/office/drawing/2014/main" id="{8119C7F7-3011-6459-38A3-F2EC8BA45920}"/>
                  </a:ext>
                </a:extLst>
              </p:cNvPr>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3876A606-CA83-B6B1-C1C5-BA4F9A1426E8}"/>
                  </a:ext>
                </a:extLst>
              </p:cNvPr>
              <p:cNvSpPr txBox="1"/>
              <p:nvPr>
                <p:custDataLst>
                  <p:tags r:id="rId6"/>
                </p:custDataLst>
              </p:nvPr>
            </p:nvSpPr>
            <p:spPr>
              <a:xfrm>
                <a:off x="5478588" y="3498327"/>
                <a:ext cx="4073002" cy="369332"/>
              </a:xfrm>
              <a:prstGeom prst="rect">
                <a:avLst/>
              </a:prstGeom>
              <a:solidFill>
                <a:srgbClr val="363736"/>
              </a:solidFill>
            </p:spPr>
            <p:txBody>
              <a:bodyPr wrap="square" rtlCol="0">
                <a:spAutoFit/>
              </a:bodyPr>
              <a:lstStyle/>
              <a:p>
                <a:pPr algn="ctr"/>
                <a:r>
                  <a:rPr kumimoji="1" lang="en-US" altLang="zh-CN" sz="1800" dirty="0">
                    <a:solidFill>
                      <a:srgbClr val="FACA42"/>
                    </a:solidFill>
                    <a:latin typeface="微软雅黑" panose="020B0503020204020204" pitchFamily="34" charset="-122"/>
                    <a:ea typeface="微软雅黑" panose="020B0503020204020204" pitchFamily="34" charset="-122"/>
                  </a:rPr>
                  <a:t>Source Code</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1" name="图形 20" descr="触控屏 纯色填充">
              <a:extLst>
                <a:ext uri="{FF2B5EF4-FFF2-40B4-BE49-F238E27FC236}">
                  <a16:creationId xmlns:a16="http://schemas.microsoft.com/office/drawing/2014/main" id="{CD99B65B-EB3D-FE34-3510-C35BE372DB95}"/>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25" name="文本框 24">
            <a:extLst>
              <a:ext uri="{FF2B5EF4-FFF2-40B4-BE49-F238E27FC236}">
                <a16:creationId xmlns:a16="http://schemas.microsoft.com/office/drawing/2014/main" id="{AC4E74E1-E52E-F0C4-6719-9010F4AB278E}"/>
              </a:ext>
            </a:extLst>
          </p:cNvPr>
          <p:cNvSpPr txBox="1"/>
          <p:nvPr>
            <p:custDataLst>
              <p:tags r:id="rId2"/>
            </p:custDataLst>
          </p:nvPr>
        </p:nvSpPr>
        <p:spPr>
          <a:xfrm>
            <a:off x="947260" y="1710878"/>
            <a:ext cx="10295890" cy="1289905"/>
          </a:xfrm>
          <a:prstGeom prst="rect">
            <a:avLst/>
          </a:prstGeom>
          <a:noFill/>
          <a:ln w="9525">
            <a:noFill/>
          </a:ln>
        </p:spPr>
        <p:txBody>
          <a:bodyPr wrap="square">
            <a:spAutoFit/>
          </a:bodyPr>
          <a:lstStyle/>
          <a:p>
            <a:pPr algn="l">
              <a:lnSpc>
                <a:spcPct val="150000"/>
              </a:lnSpc>
              <a:buClrTx/>
              <a:buSzTx/>
              <a:buFontTx/>
            </a:pP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Under the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src</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/main/java directory of the chapter01 project, create the package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com.itheima.dao</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Then, define the interface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UserDao</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and its corresponding implementation class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UserDaoImpl</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 this package. The specific code is shown in File 1-2 and File 1-3.</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409499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4C21-1005-7D9D-1CBD-D1786D9D32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2B3D9BD-7528-10A0-8ACC-5BCDF4F8F10B}"/>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EEBABF71-D5C4-B117-AF0C-701F47C5D5CE}"/>
              </a:ext>
            </a:extLst>
          </p:cNvPr>
          <p:cNvSpPr>
            <a:spLocks noGrp="1"/>
          </p:cNvSpPr>
          <p:nvPr>
            <p:ph type="sldNum" sz="quarter" idx="12"/>
          </p:nvPr>
        </p:nvSpPr>
        <p:spPr/>
        <p:txBody>
          <a:bodyPr/>
          <a:lstStyle/>
          <a:p>
            <a:fld id="{5DD3DB80-B894-403A-B48E-6FDC1A72010E}" type="slidenum">
              <a:rPr lang="zh-CN" altLang="en-US" smtClean="0"/>
              <a:pPr/>
              <a:t>32</a:t>
            </a:fld>
            <a:endParaRPr lang="zh-CN" altLang="en-US"/>
          </a:p>
        </p:txBody>
      </p:sp>
      <p:grpSp>
        <p:nvGrpSpPr>
          <p:cNvPr id="3" name="组合 2">
            <a:extLst>
              <a:ext uri="{FF2B5EF4-FFF2-40B4-BE49-F238E27FC236}">
                <a16:creationId xmlns:a16="http://schemas.microsoft.com/office/drawing/2014/main" id="{2C62E825-142D-C0F4-BEEF-C2341DC73FE4}"/>
              </a:ext>
            </a:extLst>
          </p:cNvPr>
          <p:cNvGrpSpPr/>
          <p:nvPr/>
        </p:nvGrpSpPr>
        <p:grpSpPr>
          <a:xfrm>
            <a:off x="651510" y="1106169"/>
            <a:ext cx="7667542" cy="801245"/>
            <a:chOff x="664002" y="1797999"/>
            <a:chExt cx="3251200" cy="801279"/>
          </a:xfrm>
        </p:grpSpPr>
        <p:sp>
          <p:nvSpPr>
            <p:cNvPr id="5" name="矩形: 圆角 6">
              <a:extLst>
                <a:ext uri="{FF2B5EF4-FFF2-40B4-BE49-F238E27FC236}">
                  <a16:creationId xmlns:a16="http://schemas.microsoft.com/office/drawing/2014/main" id="{C79F4101-8BB1-5004-90D3-4F11EDCCB274}"/>
                </a:ext>
              </a:extLst>
            </p:cNvPr>
            <p:cNvSpPr/>
            <p:nvPr>
              <p:custDataLst>
                <p:tags r:id="rId7"/>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a:extLst>
                <a:ext uri="{FF2B5EF4-FFF2-40B4-BE49-F238E27FC236}">
                  <a16:creationId xmlns:a16="http://schemas.microsoft.com/office/drawing/2014/main" id="{68E59B33-84DA-0A72-2EF0-B8D4D40F2428}"/>
                </a:ext>
              </a:extLst>
            </p:cNvPr>
            <p:cNvSpPr txBox="1"/>
            <p:nvPr>
              <p:custDataLst>
                <p:tags r:id="rId8"/>
              </p:custDataLst>
            </p:nvPr>
          </p:nvSpPr>
          <p:spPr>
            <a:xfrm>
              <a:off x="664002" y="1797999"/>
              <a:ext cx="3251200" cy="801279"/>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（3）</a:t>
              </a:r>
              <a:r>
                <a:rPr lang="en-US" sz="1800" dirty="0"/>
                <a:t> Create the Configuration File and Define Beans</a:t>
              </a:r>
              <a:endParaRPr sz="17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7" name="图片 6" descr="图片包含 形状&#10;&#10;描述已自动生成">
            <a:extLst>
              <a:ext uri="{FF2B5EF4-FFF2-40B4-BE49-F238E27FC236}">
                <a16:creationId xmlns:a16="http://schemas.microsoft.com/office/drawing/2014/main" id="{B8EA872C-FD15-F5A3-95FE-E8435D7B259C}"/>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8" name="组合 7">
            <a:extLst>
              <a:ext uri="{FF2B5EF4-FFF2-40B4-BE49-F238E27FC236}">
                <a16:creationId xmlns:a16="http://schemas.microsoft.com/office/drawing/2014/main" id="{AF6406AF-93B3-6B2A-D3E5-DAE59DEA738F}"/>
              </a:ext>
            </a:extLst>
          </p:cNvPr>
          <p:cNvGrpSpPr/>
          <p:nvPr/>
        </p:nvGrpSpPr>
        <p:grpSpPr>
          <a:xfrm>
            <a:off x="5388978" y="3373232"/>
            <a:ext cx="4098250" cy="2542123"/>
            <a:chOff x="5478588" y="3498327"/>
            <a:chExt cx="4098250" cy="2542123"/>
          </a:xfrm>
        </p:grpSpPr>
        <p:grpSp>
          <p:nvGrpSpPr>
            <p:cNvPr id="9" name="组合 8">
              <a:extLst>
                <a:ext uri="{FF2B5EF4-FFF2-40B4-BE49-F238E27FC236}">
                  <a16:creationId xmlns:a16="http://schemas.microsoft.com/office/drawing/2014/main" id="{4B11E3A3-0839-AF87-761C-948B31D3DDAD}"/>
                </a:ext>
              </a:extLst>
            </p:cNvPr>
            <p:cNvGrpSpPr/>
            <p:nvPr/>
          </p:nvGrpSpPr>
          <p:grpSpPr>
            <a:xfrm>
              <a:off x="5478588" y="3498327"/>
              <a:ext cx="4073003" cy="2163715"/>
              <a:chOff x="5478588" y="3498327"/>
              <a:chExt cx="4073003" cy="2163715"/>
            </a:xfrm>
          </p:grpSpPr>
          <p:sp>
            <p:nvSpPr>
              <p:cNvPr id="11" name="文本框 10">
                <a:extLst>
                  <a:ext uri="{FF2B5EF4-FFF2-40B4-BE49-F238E27FC236}">
                    <a16:creationId xmlns:a16="http://schemas.microsoft.com/office/drawing/2014/main" id="{31052239-FC8F-7DA8-EBF8-7C5D05606EEB}"/>
                  </a:ext>
                </a:extLst>
              </p:cNvPr>
              <p:cNvSpPr txBox="1"/>
              <p:nvPr>
                <p:custDataLst>
                  <p:tags r:id="rId4"/>
                </p:custDataLst>
              </p:nvPr>
            </p:nvSpPr>
            <p:spPr>
              <a:xfrm>
                <a:off x="5827203" y="4245722"/>
                <a:ext cx="3421380" cy="874407"/>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en-US" sz="1800" dirty="0">
                    <a:sym typeface="+mn-ea"/>
                  </a:rPr>
                  <a:t>File </a:t>
                </a:r>
                <a:r>
                  <a:rPr sz="1800" dirty="0">
                    <a:sym typeface="+mn-ea"/>
                  </a:rPr>
                  <a:t>1-</a:t>
                </a:r>
                <a:r>
                  <a:rPr lang="en-US" sz="1800" dirty="0">
                    <a:sym typeface="+mn-ea"/>
                  </a:rPr>
                  <a:t>4</a:t>
                </a:r>
                <a:endParaRPr sz="1800" dirty="0">
                  <a:sym typeface="+mn-ea"/>
                </a:endParaRPr>
              </a:p>
              <a:p>
                <a:pPr algn="ctr"/>
                <a:r>
                  <a:rPr sz="1800" dirty="0">
                    <a:sym typeface="+mn-ea"/>
                    <a:hlinkClick r:id="rId12"/>
                  </a:rPr>
                  <a:t>applicationContext.xml</a:t>
                </a:r>
                <a:endParaRPr sz="1800" dirty="0">
                  <a:sym typeface="+mn-ea"/>
                </a:endParaRPr>
              </a:p>
            </p:txBody>
          </p:sp>
          <p:sp>
            <p:nvSpPr>
              <p:cNvPr id="12" name="圆角矩形 16">
                <a:extLst>
                  <a:ext uri="{FF2B5EF4-FFF2-40B4-BE49-F238E27FC236}">
                    <a16:creationId xmlns:a16="http://schemas.microsoft.com/office/drawing/2014/main" id="{7EDE60E7-1F66-42A9-8E4D-039AE59BDA9A}"/>
                  </a:ext>
                </a:extLst>
              </p:cNvPr>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1D2C5C0-C182-E4AC-EC67-48821A4FEF57}"/>
                  </a:ext>
                </a:extLst>
              </p:cNvPr>
              <p:cNvSpPr txBox="1"/>
              <p:nvPr>
                <p:custDataLst>
                  <p:tags r:id="rId6"/>
                </p:custDataLst>
              </p:nvPr>
            </p:nvSpPr>
            <p:spPr>
              <a:xfrm>
                <a:off x="5478588" y="3498327"/>
                <a:ext cx="4073002" cy="369332"/>
              </a:xfrm>
              <a:prstGeom prst="rect">
                <a:avLst/>
              </a:prstGeom>
              <a:solidFill>
                <a:srgbClr val="363736"/>
              </a:solidFill>
            </p:spPr>
            <p:txBody>
              <a:bodyPr wrap="square" rtlCol="0">
                <a:spAutoFit/>
              </a:bodyPr>
              <a:lstStyle/>
              <a:p>
                <a:pPr algn="ctr"/>
                <a:r>
                  <a:rPr kumimoji="1" lang="en-US" altLang="zh-CN" dirty="0">
                    <a:solidFill>
                      <a:srgbClr val="FACA42"/>
                    </a:solidFill>
                    <a:latin typeface="微软雅黑" panose="020B0503020204020204" pitchFamily="34" charset="-122"/>
                    <a:ea typeface="微软雅黑" panose="020B0503020204020204" pitchFamily="34" charset="-122"/>
                  </a:rPr>
                  <a:t>Source Code</a:t>
                </a:r>
                <a:endParaRPr kumimoji="1" lang="zh-CN" altLang="en-US" dirty="0">
                  <a:solidFill>
                    <a:srgbClr val="FACA42"/>
                  </a:solidFill>
                  <a:latin typeface="微软雅黑" panose="020B0503020204020204" pitchFamily="34" charset="-122"/>
                  <a:ea typeface="微软雅黑" panose="020B0503020204020204" pitchFamily="34" charset="-122"/>
                </a:endParaRPr>
              </a:p>
            </p:txBody>
          </p:sp>
        </p:grpSp>
        <p:pic>
          <p:nvPicPr>
            <p:cNvPr id="10" name="图形 9" descr="触控屏 纯色填充">
              <a:extLst>
                <a:ext uri="{FF2B5EF4-FFF2-40B4-BE49-F238E27FC236}">
                  <a16:creationId xmlns:a16="http://schemas.microsoft.com/office/drawing/2014/main" id="{C2C2D527-F0F1-8926-5C6F-8C5CD454BBE0}"/>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4" name="文本框 13">
            <a:extLst>
              <a:ext uri="{FF2B5EF4-FFF2-40B4-BE49-F238E27FC236}">
                <a16:creationId xmlns:a16="http://schemas.microsoft.com/office/drawing/2014/main" id="{E7D4C168-796D-4A46-3F83-40BD91E408C0}"/>
              </a:ext>
            </a:extLst>
          </p:cNvPr>
          <p:cNvSpPr txBox="1"/>
          <p:nvPr>
            <p:custDataLst>
              <p:tags r:id="rId2"/>
            </p:custDataLst>
          </p:nvPr>
        </p:nvSpPr>
        <p:spPr>
          <a:xfrm>
            <a:off x="947260" y="1647089"/>
            <a:ext cx="10295890" cy="1705403"/>
          </a:xfrm>
          <a:prstGeom prst="rect">
            <a:avLst/>
          </a:prstGeom>
          <a:noFill/>
          <a:ln w="9525">
            <a:noFill/>
          </a:ln>
        </p:spPr>
        <p:txBody>
          <a:bodyPr wrap="square">
            <a:spAutoFit/>
          </a:bodyPr>
          <a:lstStyle/>
          <a:p>
            <a:pPr algn="l">
              <a:lnSpc>
                <a:spcPct val="150000"/>
              </a:lnSpc>
              <a:buClrTx/>
              <a:buSzTx/>
              <a:buFontTx/>
            </a:pP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src</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/main/resources directory of the chapter01 project, create the file applicationContext.xml as the configuration file for the Spring introductory program. Then, define the Bean in the applicationContext.xml configuration file. The specific code is shown in File 1-4.</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886809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9D02D-C667-46A5-D820-EC15C91AA83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310B89C-0AC6-1C88-2760-3E68CDFE5198}"/>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AB7748C7-5687-7707-0E4A-DE646F57DDB0}"/>
              </a:ext>
            </a:extLst>
          </p:cNvPr>
          <p:cNvSpPr>
            <a:spLocks noGrp="1"/>
          </p:cNvSpPr>
          <p:nvPr>
            <p:ph type="sldNum" sz="quarter" idx="12"/>
          </p:nvPr>
        </p:nvSpPr>
        <p:spPr/>
        <p:txBody>
          <a:bodyPr/>
          <a:lstStyle/>
          <a:p>
            <a:fld id="{5DD3DB80-B894-403A-B48E-6FDC1A72010E}" type="slidenum">
              <a:rPr lang="zh-CN" altLang="en-US" smtClean="0"/>
              <a:pPr/>
              <a:t>33</a:t>
            </a:fld>
            <a:endParaRPr lang="zh-CN" altLang="en-US"/>
          </a:p>
        </p:txBody>
      </p:sp>
      <p:grpSp>
        <p:nvGrpSpPr>
          <p:cNvPr id="15" name="组合 14">
            <a:extLst>
              <a:ext uri="{FF2B5EF4-FFF2-40B4-BE49-F238E27FC236}">
                <a16:creationId xmlns:a16="http://schemas.microsoft.com/office/drawing/2014/main" id="{97F95F2D-30D7-BBE9-B6F2-ED362B9134CE}"/>
              </a:ext>
            </a:extLst>
          </p:cNvPr>
          <p:cNvGrpSpPr/>
          <p:nvPr/>
        </p:nvGrpSpPr>
        <p:grpSpPr>
          <a:xfrm>
            <a:off x="651510" y="1106170"/>
            <a:ext cx="3717290" cy="476885"/>
            <a:chOff x="664002" y="1797999"/>
            <a:chExt cx="3251200" cy="476905"/>
          </a:xfrm>
        </p:grpSpPr>
        <p:sp>
          <p:nvSpPr>
            <p:cNvPr id="16" name="矩形: 圆角 6">
              <a:extLst>
                <a:ext uri="{FF2B5EF4-FFF2-40B4-BE49-F238E27FC236}">
                  <a16:creationId xmlns:a16="http://schemas.microsoft.com/office/drawing/2014/main" id="{74888C44-289D-1B75-4A6B-987FDCE16578}"/>
                </a:ext>
              </a:extLst>
            </p:cNvPr>
            <p:cNvSpPr/>
            <p:nvPr>
              <p:custDataLst>
                <p:tags r:id="rId7"/>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471CEBB0-A445-C3B2-D7D0-6817C30B334D}"/>
                </a:ext>
              </a:extLst>
            </p:cNvPr>
            <p:cNvSpPr txBox="1"/>
            <p:nvPr>
              <p:custDataLst>
                <p:tags r:id="rId8"/>
              </p:custDataLst>
            </p:nvPr>
          </p:nvSpPr>
          <p:spPr>
            <a:xfrm>
              <a:off x="664002" y="1797999"/>
              <a:ext cx="3251200" cy="40865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（4）</a:t>
              </a:r>
              <a:r>
                <a:rPr lang="en-US" sz="1700" dirty="0">
                  <a:latin typeface="Arial" panose="020B0604020202020204" pitchFamily="34" charset="0"/>
                  <a:ea typeface="思源黑体 CN Normal" panose="020B0400000000000000" pitchFamily="34" charset="-122"/>
                  <a:sym typeface="Arial" panose="020B0604020202020204" pitchFamily="34" charset="0"/>
                </a:rPr>
                <a:t>Define the Test Class</a:t>
              </a:r>
              <a:endParaRPr sz="17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18" name="图片 17" descr="图片包含 形状&#10;&#10;描述已自动生成">
            <a:extLst>
              <a:ext uri="{FF2B5EF4-FFF2-40B4-BE49-F238E27FC236}">
                <a16:creationId xmlns:a16="http://schemas.microsoft.com/office/drawing/2014/main" id="{2863B1B3-B176-609D-8B99-0A861C94C643}"/>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9" name="组合 18">
            <a:extLst>
              <a:ext uri="{FF2B5EF4-FFF2-40B4-BE49-F238E27FC236}">
                <a16:creationId xmlns:a16="http://schemas.microsoft.com/office/drawing/2014/main" id="{1D67F702-9356-8A72-87A0-158B069684B9}"/>
              </a:ext>
            </a:extLst>
          </p:cNvPr>
          <p:cNvGrpSpPr/>
          <p:nvPr/>
        </p:nvGrpSpPr>
        <p:grpSpPr>
          <a:xfrm>
            <a:off x="5388978" y="3373232"/>
            <a:ext cx="4098250" cy="2542123"/>
            <a:chOff x="5478588" y="3498327"/>
            <a:chExt cx="4098250" cy="2542123"/>
          </a:xfrm>
        </p:grpSpPr>
        <p:grpSp>
          <p:nvGrpSpPr>
            <p:cNvPr id="20" name="组合 19">
              <a:extLst>
                <a:ext uri="{FF2B5EF4-FFF2-40B4-BE49-F238E27FC236}">
                  <a16:creationId xmlns:a16="http://schemas.microsoft.com/office/drawing/2014/main" id="{2D492950-C966-B8F7-BDA9-D2DDD42B6127}"/>
                </a:ext>
              </a:extLst>
            </p:cNvPr>
            <p:cNvGrpSpPr/>
            <p:nvPr/>
          </p:nvGrpSpPr>
          <p:grpSpPr>
            <a:xfrm>
              <a:off x="5478588" y="3498327"/>
              <a:ext cx="4073003" cy="2163715"/>
              <a:chOff x="5478588" y="3498327"/>
              <a:chExt cx="4073003" cy="2163715"/>
            </a:xfrm>
          </p:grpSpPr>
          <p:sp>
            <p:nvSpPr>
              <p:cNvPr id="22" name="文本框 21">
                <a:extLst>
                  <a:ext uri="{FF2B5EF4-FFF2-40B4-BE49-F238E27FC236}">
                    <a16:creationId xmlns:a16="http://schemas.microsoft.com/office/drawing/2014/main" id="{8277F683-95B8-F0F1-63B7-0368341DD5E0}"/>
                  </a:ext>
                </a:extLst>
              </p:cNvPr>
              <p:cNvSpPr txBox="1"/>
              <p:nvPr>
                <p:custDataLst>
                  <p:tags r:id="rId4"/>
                </p:custDataLst>
              </p:nvPr>
            </p:nvSpPr>
            <p:spPr>
              <a:xfrm>
                <a:off x="5827203" y="4245722"/>
                <a:ext cx="3421380" cy="874407"/>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en-US" sz="1800" dirty="0">
                    <a:sym typeface="+mn-ea"/>
                  </a:rPr>
                  <a:t>File</a:t>
                </a:r>
                <a:r>
                  <a:rPr sz="1800" dirty="0">
                    <a:sym typeface="+mn-ea"/>
                  </a:rPr>
                  <a:t>1-</a:t>
                </a:r>
                <a:r>
                  <a:rPr lang="en-US" sz="1800" dirty="0">
                    <a:sym typeface="+mn-ea"/>
                  </a:rPr>
                  <a:t>5</a:t>
                </a:r>
                <a:endParaRPr sz="1800" dirty="0">
                  <a:sym typeface="+mn-ea"/>
                </a:endParaRPr>
              </a:p>
              <a:p>
                <a:pPr algn="ctr"/>
                <a:r>
                  <a:rPr sz="1800" dirty="0">
                    <a:sym typeface="+mn-ea"/>
                    <a:hlinkClick r:id="rId12"/>
                  </a:rPr>
                  <a:t>TestHelloSpring.java</a:t>
                </a:r>
                <a:endParaRPr sz="1800" dirty="0">
                  <a:sym typeface="+mn-ea"/>
                </a:endParaRPr>
              </a:p>
            </p:txBody>
          </p:sp>
          <p:sp>
            <p:nvSpPr>
              <p:cNvPr id="23" name="圆角矩形 16">
                <a:extLst>
                  <a:ext uri="{FF2B5EF4-FFF2-40B4-BE49-F238E27FC236}">
                    <a16:creationId xmlns:a16="http://schemas.microsoft.com/office/drawing/2014/main" id="{52C7F7E8-0FF4-166C-6340-10F276E1DB2B}"/>
                  </a:ext>
                </a:extLst>
              </p:cNvPr>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A961EBF9-2AF1-4ED0-A66F-14EED958E82E}"/>
                  </a:ext>
                </a:extLst>
              </p:cNvPr>
              <p:cNvSpPr txBox="1"/>
              <p:nvPr>
                <p:custDataLst>
                  <p:tags r:id="rId6"/>
                </p:custDataLst>
              </p:nvPr>
            </p:nvSpPr>
            <p:spPr>
              <a:xfrm>
                <a:off x="5478588" y="3498327"/>
                <a:ext cx="4073002" cy="369332"/>
              </a:xfrm>
              <a:prstGeom prst="rect">
                <a:avLst/>
              </a:prstGeom>
              <a:solidFill>
                <a:srgbClr val="363736"/>
              </a:solidFill>
            </p:spPr>
            <p:txBody>
              <a:bodyPr wrap="square" rtlCol="0">
                <a:spAutoFit/>
              </a:bodyPr>
              <a:lstStyle/>
              <a:p>
                <a:pPr algn="ctr"/>
                <a:r>
                  <a:rPr kumimoji="1" lang="en-US" altLang="zh-CN" dirty="0">
                    <a:solidFill>
                      <a:srgbClr val="FACA42"/>
                    </a:solidFill>
                    <a:latin typeface="微软雅黑" panose="020B0503020204020204" pitchFamily="34" charset="-122"/>
                    <a:ea typeface="微软雅黑" panose="020B0503020204020204" pitchFamily="34" charset="-122"/>
                  </a:rPr>
                  <a:t>Source Code</a:t>
                </a:r>
                <a:endParaRPr kumimoji="1" lang="zh-CN" altLang="en-US" dirty="0">
                  <a:solidFill>
                    <a:srgbClr val="FACA42"/>
                  </a:solidFill>
                  <a:latin typeface="微软雅黑" panose="020B0503020204020204" pitchFamily="34" charset="-122"/>
                  <a:ea typeface="微软雅黑" panose="020B0503020204020204" pitchFamily="34" charset="-122"/>
                </a:endParaRPr>
              </a:p>
            </p:txBody>
          </p:sp>
        </p:grpSp>
        <p:pic>
          <p:nvPicPr>
            <p:cNvPr id="21" name="图形 20" descr="触控屏 纯色填充">
              <a:extLst>
                <a:ext uri="{FF2B5EF4-FFF2-40B4-BE49-F238E27FC236}">
                  <a16:creationId xmlns:a16="http://schemas.microsoft.com/office/drawing/2014/main" id="{621CD816-848D-5727-21B4-B431B1F8C14F}"/>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25" name="文本框 24">
            <a:extLst>
              <a:ext uri="{FF2B5EF4-FFF2-40B4-BE49-F238E27FC236}">
                <a16:creationId xmlns:a16="http://schemas.microsoft.com/office/drawing/2014/main" id="{163925E4-2057-2D1E-76FD-92B326D2683F}"/>
              </a:ext>
            </a:extLst>
          </p:cNvPr>
          <p:cNvSpPr txBox="1"/>
          <p:nvPr>
            <p:custDataLst>
              <p:tags r:id="rId2"/>
            </p:custDataLst>
          </p:nvPr>
        </p:nvSpPr>
        <p:spPr>
          <a:xfrm>
            <a:off x="993775" y="1883410"/>
            <a:ext cx="10295890" cy="874407"/>
          </a:xfrm>
          <a:prstGeom prst="rect">
            <a:avLst/>
          </a:prstGeom>
          <a:noFill/>
          <a:ln w="9525">
            <a:noFill/>
          </a:ln>
        </p:spPr>
        <p:txBody>
          <a:bodyPr wrap="square">
            <a:spAutoFit/>
          </a:bodyPr>
          <a:lstStyle/>
          <a:p>
            <a:pPr algn="l">
              <a:lnSpc>
                <a:spcPct val="150000"/>
              </a:lnSpc>
              <a:buClrTx/>
              <a:buSzTx/>
              <a:buFontTx/>
            </a:pP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test class named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TestHelloSpring</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 the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com.itheima</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package of the chapter01 project. The specific code is shown in File 1-5.</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51353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7B09-8D16-7BF1-97F1-1A2ACD8058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91E460-5694-F630-B08F-C6DE788F88B9}"/>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3CC164DA-244C-B34D-B3C0-E024FCF9446A}"/>
              </a:ext>
            </a:extLst>
          </p:cNvPr>
          <p:cNvSpPr>
            <a:spLocks noGrp="1"/>
          </p:cNvSpPr>
          <p:nvPr>
            <p:ph type="sldNum" sz="quarter" idx="12"/>
          </p:nvPr>
        </p:nvSpPr>
        <p:spPr/>
        <p:txBody>
          <a:bodyPr/>
          <a:lstStyle/>
          <a:p>
            <a:fld id="{5DD3DB80-B894-403A-B48E-6FDC1A72010E}" type="slidenum">
              <a:rPr lang="zh-CN" altLang="en-US" smtClean="0"/>
              <a:pPr/>
              <a:t>34</a:t>
            </a:fld>
            <a:endParaRPr lang="zh-CN" altLang="en-US"/>
          </a:p>
        </p:txBody>
      </p:sp>
      <p:grpSp>
        <p:nvGrpSpPr>
          <p:cNvPr id="3" name="组合 2">
            <a:extLst>
              <a:ext uri="{FF2B5EF4-FFF2-40B4-BE49-F238E27FC236}">
                <a16:creationId xmlns:a16="http://schemas.microsoft.com/office/drawing/2014/main" id="{C9B12FE0-0CAD-D0BF-AFA8-780075672BFC}"/>
              </a:ext>
            </a:extLst>
          </p:cNvPr>
          <p:cNvGrpSpPr/>
          <p:nvPr/>
        </p:nvGrpSpPr>
        <p:grpSpPr>
          <a:xfrm>
            <a:off x="651510" y="1106170"/>
            <a:ext cx="3717290" cy="476885"/>
            <a:chOff x="664002" y="1797999"/>
            <a:chExt cx="3251200" cy="476905"/>
          </a:xfrm>
        </p:grpSpPr>
        <p:sp>
          <p:nvSpPr>
            <p:cNvPr id="5" name="矩形: 圆角 6">
              <a:extLst>
                <a:ext uri="{FF2B5EF4-FFF2-40B4-BE49-F238E27FC236}">
                  <a16:creationId xmlns:a16="http://schemas.microsoft.com/office/drawing/2014/main" id="{064D10FF-1C45-823A-390A-B5152A27DAD8}"/>
                </a:ext>
              </a:extLst>
            </p:cNvPr>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a:extLst>
                <a:ext uri="{FF2B5EF4-FFF2-40B4-BE49-F238E27FC236}">
                  <a16:creationId xmlns:a16="http://schemas.microsoft.com/office/drawing/2014/main" id="{791EA51C-A33D-5C17-5424-ED60390B16E8}"/>
                </a:ext>
              </a:extLst>
            </p:cNvPr>
            <p:cNvSpPr txBox="1"/>
            <p:nvPr>
              <p:custDataLst>
                <p:tags r:id="rId4"/>
              </p:custDataLst>
            </p:nvPr>
          </p:nvSpPr>
          <p:spPr>
            <a:xfrm>
              <a:off x="664002" y="1797999"/>
              <a:ext cx="3251200" cy="40865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（5）</a:t>
              </a:r>
              <a:r>
                <a:rPr lang="en-US" sz="1700" dirty="0">
                  <a:latin typeface="Arial" panose="020B0604020202020204" pitchFamily="34" charset="0"/>
                  <a:ea typeface="思源黑体 CN Normal" panose="020B0400000000000000" pitchFamily="34" charset="-122"/>
                  <a:sym typeface="Arial" panose="020B0604020202020204" pitchFamily="34" charset="0"/>
                </a:rPr>
                <a:t>Test Result</a:t>
              </a:r>
              <a:endParaRPr sz="17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7" name="文本框 6">
            <a:extLst>
              <a:ext uri="{FF2B5EF4-FFF2-40B4-BE49-F238E27FC236}">
                <a16:creationId xmlns:a16="http://schemas.microsoft.com/office/drawing/2014/main" id="{CE86A0E1-BEFD-5129-5CD4-AF30C1FAEDCF}"/>
              </a:ext>
            </a:extLst>
          </p:cNvPr>
          <p:cNvSpPr txBox="1"/>
          <p:nvPr>
            <p:custDataLst>
              <p:tags r:id="rId1"/>
            </p:custDataLst>
          </p:nvPr>
        </p:nvSpPr>
        <p:spPr>
          <a:xfrm>
            <a:off x="947260" y="1815054"/>
            <a:ext cx="10295890" cy="874407"/>
          </a:xfrm>
          <a:prstGeom prst="rect">
            <a:avLst/>
          </a:prstGeom>
          <a:noFill/>
          <a:ln w="9525">
            <a:noFill/>
          </a:ln>
        </p:spPr>
        <p:txBody>
          <a:bodyPr wrap="square">
            <a:spAutoFit/>
          </a:bodyPr>
          <a:lstStyle/>
          <a:p>
            <a:pPr>
              <a:lnSpc>
                <a:spcPct val="150000"/>
              </a:lnSpc>
              <a:buClrTx/>
              <a:buSzTx/>
              <a:buFontTx/>
            </a:pP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the test class </a:t>
            </a:r>
            <a:r>
              <a:rPr lang="en-US" altLang="zh-CN" sz="18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TestHelloSpring</a:t>
            </a:r>
            <a:r>
              <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 the IDE. The output in the console is shown in the figure below.</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2147482611">
            <a:extLst>
              <a:ext uri="{FF2B5EF4-FFF2-40B4-BE49-F238E27FC236}">
                <a16:creationId xmlns:a16="http://schemas.microsoft.com/office/drawing/2014/main" id="{AF9F8B5C-3213-3156-BA00-75A213AFAA8B}"/>
              </a:ext>
            </a:extLst>
          </p:cNvPr>
          <p:cNvPicPr>
            <a:picLocks noChangeAspect="1"/>
          </p:cNvPicPr>
          <p:nvPr>
            <p:custDataLst>
              <p:tags r:id="rId2"/>
            </p:custDataLst>
          </p:nvPr>
        </p:nvPicPr>
        <p:blipFill>
          <a:blip r:embed="rId6"/>
          <a:stretch>
            <a:fillRect/>
          </a:stretch>
        </p:blipFill>
        <p:spPr>
          <a:xfrm>
            <a:off x="2639060" y="2767013"/>
            <a:ext cx="6808187" cy="2736000"/>
          </a:xfrm>
          <a:prstGeom prst="rect">
            <a:avLst/>
          </a:prstGeom>
          <a:noFill/>
          <a:ln w="9525">
            <a:noFill/>
          </a:ln>
        </p:spPr>
      </p:pic>
    </p:spTree>
    <p:extLst>
      <p:ext uri="{BB962C8B-B14F-4D97-AF65-F5344CB8AC3E}">
        <p14:creationId xmlns:p14="http://schemas.microsoft.com/office/powerpoint/2010/main" val="361460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93206-782A-891C-95AC-F48F04E8DC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099459-CE9A-F254-6D3C-D487444B106C}"/>
              </a:ext>
            </a:extLst>
          </p:cNvPr>
          <p:cNvSpPr>
            <a:spLocks noGrp="1"/>
          </p:cNvSpPr>
          <p:nvPr>
            <p:ph type="title"/>
          </p:nvPr>
        </p:nvSpPr>
        <p:spPr/>
        <p:txBody>
          <a:bodyPr/>
          <a:lstStyle/>
          <a:p>
            <a:r>
              <a:rPr lang="zh-CN" altLang="en-US"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3 Spring Getting Started Program</a:t>
            </a: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灯片编号占位符 3">
            <a:extLst>
              <a:ext uri="{FF2B5EF4-FFF2-40B4-BE49-F238E27FC236}">
                <a16:creationId xmlns:a16="http://schemas.microsoft.com/office/drawing/2014/main" id="{5D7752FE-7B38-0E52-8996-D03D7AF8D3E0}"/>
              </a:ext>
            </a:extLst>
          </p:cNvPr>
          <p:cNvSpPr>
            <a:spLocks noGrp="1"/>
          </p:cNvSpPr>
          <p:nvPr>
            <p:ph type="sldNum" sz="quarter" idx="12"/>
          </p:nvPr>
        </p:nvSpPr>
        <p:spPr/>
        <p:txBody>
          <a:bodyPr/>
          <a:lstStyle/>
          <a:p>
            <a:fld id="{5DD3DB80-B894-403A-B48E-6FDC1A72010E}" type="slidenum">
              <a:rPr lang="zh-CN" altLang="en-US" smtClean="0"/>
              <a:pPr/>
              <a:t>35</a:t>
            </a:fld>
            <a:endParaRPr lang="zh-CN" altLang="en-US"/>
          </a:p>
        </p:txBody>
      </p:sp>
      <p:sp>
        <p:nvSpPr>
          <p:cNvPr id="9" name="TextBox 35">
            <a:extLst>
              <a:ext uri="{FF2B5EF4-FFF2-40B4-BE49-F238E27FC236}">
                <a16:creationId xmlns:a16="http://schemas.microsoft.com/office/drawing/2014/main" id="{2B1C38A8-7BAD-8C5F-85DF-310CE1FC2563}"/>
              </a:ext>
            </a:extLst>
          </p:cNvPr>
          <p:cNvSpPr txBox="1">
            <a:spLocks noChangeArrowheads="1"/>
          </p:cNvSpPr>
          <p:nvPr/>
        </p:nvSpPr>
        <p:spPr bwMode="auto">
          <a:xfrm>
            <a:off x="1106995" y="2484245"/>
            <a:ext cx="9793605" cy="256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en-US"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This chapter mainly introduced the </a:t>
            </a:r>
            <a:r>
              <a:rPr lang="en-US" dirty="0">
                <a:solidFill>
                  <a:srgbClr val="1369B2"/>
                </a:solidFill>
                <a:latin typeface="微软雅黑" panose="020B0503020204020204" pitchFamily="34" charset="-122"/>
                <a:ea typeface="微软雅黑" panose="020B0503020204020204" pitchFamily="34" charset="-122"/>
                <a:sym typeface="+mn-ea"/>
              </a:rPr>
              <a:t>basic knowledge of the Spring framework</a:t>
            </a:r>
            <a:r>
              <a:rPr lang="en-US"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It first presented the general concepts related to frameworks, then </a:t>
            </a:r>
            <a:r>
              <a:rPr lang="en-US" dirty="0">
                <a:solidFill>
                  <a:srgbClr val="1369B2"/>
                </a:solidFill>
                <a:latin typeface="微软雅黑" panose="020B0503020204020204" pitchFamily="34" charset="-122"/>
                <a:ea typeface="微软雅黑" panose="020B0503020204020204" pitchFamily="34" charset="-122"/>
                <a:sym typeface="+mn-ea"/>
              </a:rPr>
              <a:t>explained the concept, architecture, and core concepts of the Spring framework.</a:t>
            </a:r>
            <a:r>
              <a:rPr lang="en-US"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Finally, a </a:t>
            </a:r>
            <a:r>
              <a:rPr lang="en-US" dirty="0">
                <a:solidFill>
                  <a:srgbClr val="1369B2"/>
                </a:solidFill>
                <a:latin typeface="微软雅黑" panose="020B0503020204020204" pitchFamily="34" charset="-122"/>
                <a:ea typeface="微软雅黑" panose="020B0503020204020204" pitchFamily="34" charset="-122"/>
                <a:sym typeface="+mn-ea"/>
              </a:rPr>
              <a:t>Spring introductory program</a:t>
            </a:r>
            <a:r>
              <a:rPr lang="en-US"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was implemented. Through studying this chapter, readers can gain a general understanding of the fundamentals of the Spring framework, laying a solid foundation for future framework-based development.</a:t>
            </a:r>
            <a:endParaRPr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圆角矩形 26">
            <a:extLst>
              <a:ext uri="{FF2B5EF4-FFF2-40B4-BE49-F238E27FC236}">
                <a16:creationId xmlns:a16="http://schemas.microsoft.com/office/drawing/2014/main" id="{6715316A-A5DA-E3EF-AB0C-D2991B637858}"/>
              </a:ext>
            </a:extLst>
          </p:cNvPr>
          <p:cNvSpPr/>
          <p:nvPr/>
        </p:nvSpPr>
        <p:spPr>
          <a:xfrm>
            <a:off x="839470" y="2190108"/>
            <a:ext cx="10511790" cy="3186163"/>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11" name="椭圆 10">
            <a:extLst>
              <a:ext uri="{FF2B5EF4-FFF2-40B4-BE49-F238E27FC236}">
                <a16:creationId xmlns:a16="http://schemas.microsoft.com/office/drawing/2014/main" id="{B97CFAD2-DCDA-2067-92A4-5B1FFF2D4665}"/>
              </a:ext>
            </a:extLst>
          </p:cNvPr>
          <p:cNvSpPr/>
          <p:nvPr/>
        </p:nvSpPr>
        <p:spPr>
          <a:xfrm>
            <a:off x="4464582" y="1830699"/>
            <a:ext cx="269063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Summary</a:t>
            </a:r>
            <a:endParaRPr lang="zh-CN" altLang="en-US" sz="2800" b="1" dirty="0"/>
          </a:p>
        </p:txBody>
      </p:sp>
    </p:spTree>
    <p:extLst>
      <p:ext uri="{BB962C8B-B14F-4D97-AF65-F5344CB8AC3E}">
        <p14:creationId xmlns:p14="http://schemas.microsoft.com/office/powerpoint/2010/main" val="2364849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extLst>
              <p:ext uri="{D42A27DB-BD31-4B8C-83A1-F6EECF244321}">
                <p14:modId xmlns:p14="http://schemas.microsoft.com/office/powerpoint/2010/main" val="1096986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 hidden="1">
                        <a:extLst>
                          <a:ext uri="{FF2B5EF4-FFF2-40B4-BE49-F238E27FC236}">
                            <a16:creationId xmlns:a16="http://schemas.microsoft.com/office/drawing/2014/main" id="{A6A819F1-33AF-45D7-8BF6-2B0A9769CA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3384551" y="2954852"/>
            <a:ext cx="5422898" cy="1621509"/>
          </a:xfrm>
        </p:spPr>
        <p:txBody>
          <a:bodyPr>
            <a:normAutofit fontScale="90000"/>
          </a:bodyPr>
          <a:lstStyle/>
          <a:p>
            <a:r>
              <a:rPr lang="en-US" altLang="zh-CN" sz="9800" dirty="0">
                <a:solidFill>
                  <a:schemeClr val="accent1"/>
                </a:solidFill>
              </a:rPr>
              <a:t>THANKS</a:t>
            </a:r>
            <a:br>
              <a:rPr lang="en-US" altLang="zh-CN" sz="12800" dirty="0">
                <a:solidFill>
                  <a:schemeClr val="accent1"/>
                </a:solidFill>
              </a:rPr>
            </a:br>
            <a:endParaRPr lang="zh-CN" altLang="en-US" dirty="0">
              <a:solidFill>
                <a:schemeClr val="accent1"/>
              </a:solidFill>
            </a:endParaRPr>
          </a:p>
        </p:txBody>
      </p:sp>
    </p:spTree>
    <p:extLst>
      <p:ext uri="{BB962C8B-B14F-4D97-AF65-F5344CB8AC3E}">
        <p14:creationId xmlns:p14="http://schemas.microsoft.com/office/powerpoint/2010/main" val="1259043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057e0429-4772-4e5d-840e-1ce4d30cbd2c"/>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4"/>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4"/>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3"/>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3"/>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2"/>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2"/>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1"/>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4"/>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4"/>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3"/>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3"/>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2"/>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2"/>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1"/>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主题5">
  <a:themeElements>
    <a:clrScheme name="二月资源主题">
      <a:dk1>
        <a:srgbClr val="000000"/>
      </a:dk1>
      <a:lt1>
        <a:srgbClr val="FFFFFF"/>
      </a:lt1>
      <a:dk2>
        <a:srgbClr val="768394"/>
      </a:dk2>
      <a:lt2>
        <a:srgbClr val="F0F0F0"/>
      </a:lt2>
      <a:accent1>
        <a:srgbClr val="275CA8"/>
      </a:accent1>
      <a:accent2>
        <a:srgbClr val="85D0EE"/>
      </a:accent2>
      <a:accent3>
        <a:srgbClr val="9BD7F1"/>
      </a:accent3>
      <a:accent4>
        <a:srgbClr val="C8E7F1"/>
      </a:accent4>
      <a:accent5>
        <a:srgbClr val="EFF8FC"/>
      </a:accent5>
      <a:accent6>
        <a:srgbClr val="ECECEC"/>
      </a:accent6>
      <a:hlink>
        <a:srgbClr val="A40926"/>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二月资源主题">
    <a:dk1>
      <a:srgbClr val="000000"/>
    </a:dk1>
    <a:lt1>
      <a:srgbClr val="FFFFFF"/>
    </a:lt1>
    <a:dk2>
      <a:srgbClr val="768394"/>
    </a:dk2>
    <a:lt2>
      <a:srgbClr val="F0F0F0"/>
    </a:lt2>
    <a:accent1>
      <a:srgbClr val="275CA8"/>
    </a:accent1>
    <a:accent2>
      <a:srgbClr val="85D0EE"/>
    </a:accent2>
    <a:accent3>
      <a:srgbClr val="9BD7F1"/>
    </a:accent3>
    <a:accent4>
      <a:srgbClr val="C8E7F1"/>
    </a:accent4>
    <a:accent5>
      <a:srgbClr val="EFF8FC"/>
    </a:accent5>
    <a:accent6>
      <a:srgbClr val="ECECEC"/>
    </a:accent6>
    <a:hlink>
      <a:srgbClr val="A40926"/>
    </a:hlink>
    <a:folHlink>
      <a:srgbClr val="BFBFBF"/>
    </a:folHlink>
  </a:clrScheme>
</a:themeOverride>
</file>

<file path=ppt/theme/themeOverride2.xml><?xml version="1.0" encoding="utf-8"?>
<a:themeOverride xmlns:a="http://schemas.openxmlformats.org/drawingml/2006/main">
  <a:clrScheme name="二月资源主题">
    <a:dk1>
      <a:srgbClr val="000000"/>
    </a:dk1>
    <a:lt1>
      <a:srgbClr val="FFFFFF"/>
    </a:lt1>
    <a:dk2>
      <a:srgbClr val="768394"/>
    </a:dk2>
    <a:lt2>
      <a:srgbClr val="F0F0F0"/>
    </a:lt2>
    <a:accent1>
      <a:srgbClr val="275CA8"/>
    </a:accent1>
    <a:accent2>
      <a:srgbClr val="85D0EE"/>
    </a:accent2>
    <a:accent3>
      <a:srgbClr val="9BD7F1"/>
    </a:accent3>
    <a:accent4>
      <a:srgbClr val="C8E7F1"/>
    </a:accent4>
    <a:accent5>
      <a:srgbClr val="EFF8FC"/>
    </a:accent5>
    <a:accent6>
      <a:srgbClr val="ECECEC"/>
    </a:accent6>
    <a:hlink>
      <a:srgbClr val="A40926"/>
    </a:hlink>
    <a:folHlink>
      <a:srgbClr val="BFBFBF"/>
    </a:folHlink>
  </a:clrScheme>
</a:themeOverride>
</file>

<file path=ppt/theme/themeOverride3.xml><?xml version="1.0" encoding="utf-8"?>
<a:themeOverride xmlns:a="http://schemas.openxmlformats.org/drawingml/2006/main">
  <a:clrScheme name="二月资源主题">
    <a:dk1>
      <a:srgbClr val="000000"/>
    </a:dk1>
    <a:lt1>
      <a:srgbClr val="FFFFFF"/>
    </a:lt1>
    <a:dk2>
      <a:srgbClr val="768394"/>
    </a:dk2>
    <a:lt2>
      <a:srgbClr val="F0F0F0"/>
    </a:lt2>
    <a:accent1>
      <a:srgbClr val="275CA8"/>
    </a:accent1>
    <a:accent2>
      <a:srgbClr val="85D0EE"/>
    </a:accent2>
    <a:accent3>
      <a:srgbClr val="9BD7F1"/>
    </a:accent3>
    <a:accent4>
      <a:srgbClr val="C8E7F1"/>
    </a:accent4>
    <a:accent5>
      <a:srgbClr val="EFF8FC"/>
    </a:accent5>
    <a:accent6>
      <a:srgbClr val="ECECEC"/>
    </a:accent6>
    <a:hlink>
      <a:srgbClr val="A40926"/>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Yoyo</Template>
  <TotalTime>1243</TotalTime>
  <Words>2532</Words>
  <Application>Microsoft Office PowerPoint</Application>
  <PresentationFormat>宽屏</PresentationFormat>
  <Paragraphs>230</Paragraphs>
  <Slides>36</Slides>
  <Notes>21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44" baseType="lpstr">
      <vt:lpstr>±¼¸²</vt:lpstr>
      <vt:lpstr>微软雅黑</vt:lpstr>
      <vt:lpstr>等线</vt:lpstr>
      <vt:lpstr>Arial</vt:lpstr>
      <vt:lpstr>Calibri</vt:lpstr>
      <vt:lpstr>Impact</vt:lpstr>
      <vt:lpstr>主题5</vt:lpstr>
      <vt:lpstr>think-cell Slide</vt:lpstr>
      <vt:lpstr>Qinru Li</vt:lpstr>
      <vt:lpstr>PowerPoint 演示文稿</vt:lpstr>
      <vt:lpstr>PowerPoint 演示文稿</vt:lpstr>
      <vt:lpstr>PowerPoint 演示文稿</vt:lpstr>
      <vt:lpstr>1.1 Framework Overview</vt:lpstr>
      <vt:lpstr>1.1 Framework Overview</vt:lpstr>
      <vt:lpstr>1.1 Framework Overview</vt:lpstr>
      <vt:lpstr>1.1 Framework Overview</vt:lpstr>
      <vt:lpstr>1.1 Framework Overview</vt:lpstr>
      <vt:lpstr>1.1 Framework Overview</vt:lpstr>
      <vt:lpstr>1.1 Framework Overview</vt:lpstr>
      <vt:lpstr>1.1 Framework Overview</vt:lpstr>
      <vt:lpstr>1.1 Framework Overview</vt:lpstr>
      <vt:lpstr>1.2 Introduction to the Spring Framework</vt:lpstr>
      <vt:lpstr>1.2.1 Overview of the Spring Framework</vt:lpstr>
      <vt:lpstr>1.2.1 Overview of the Spring Framework</vt:lpstr>
      <vt:lpstr>1.2.1 Overview of the Spring Framework</vt:lpstr>
      <vt:lpstr>1.2.1 Overview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1.2.2 Architecture and Core Concepts of the Spring Framework</vt:lpstr>
      <vt:lpstr>1.3 Spring Getting Started Program</vt:lpstr>
      <vt:lpstr>1.3 Spring Getting Started Program</vt:lpstr>
      <vt:lpstr>1.3 Spring Getting Started Program</vt:lpstr>
      <vt:lpstr>1.3 Spring Getting Started Program</vt:lpstr>
      <vt:lpstr>1.3 Spring Getting Started Program</vt:lpstr>
      <vt:lpstr>1.3 Spring Getting Started Program</vt:lpstr>
      <vt:lpstr>1.3 Spring Getting Started Program</vt:lpstr>
      <vt:lpstr>1.3 Spring Getting Started Program</vt:lpstr>
      <vt:lpstr>THANKS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Yoyo</dc:creator>
  <cp:lastModifiedBy>Li QinRu</cp:lastModifiedBy>
  <cp:revision>94</cp:revision>
  <cp:lastPrinted>2020-03-15T16:00:00Z</cp:lastPrinted>
  <dcterms:created xsi:type="dcterms:W3CDTF">2020-03-15T16:00:00Z</dcterms:created>
  <dcterms:modified xsi:type="dcterms:W3CDTF">2026-03-11T06:30:23Z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